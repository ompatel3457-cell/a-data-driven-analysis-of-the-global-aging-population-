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69" r:id="rId7"/>
    <p:sldId id="259" r:id="rId8"/>
    <p:sldId id="260" r:id="rId9"/>
    <p:sldId id="270" r:id="rId10"/>
    <p:sldId id="261" r:id="rId11"/>
    <p:sldId id="262" r:id="rId12"/>
    <p:sldId id="263" r:id="rId13"/>
    <p:sldId id="264" r:id="rId14"/>
    <p:sldId id="265" r:id="rId15"/>
    <p:sldId id="272" r:id="rId16"/>
    <p:sldId id="266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79"/>
  </p:normalViewPr>
  <p:slideViewPr>
    <p:cSldViewPr snapToGrid="0" snapToObjects="1">
      <p:cViewPr varScale="1">
        <p:scale>
          <a:sx n="112" d="100"/>
          <a:sy n="112" d="100"/>
        </p:scale>
        <p:origin x="3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BCF40-143B-4F04-9774-C4251A41E8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E25770-112F-4865-AA50-BFBE4DA3BB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Alzheimer’s Disease is often diagnosed late</a:t>
          </a:r>
        </a:p>
      </dgm:t>
    </dgm:pt>
    <dgm:pt modelId="{FBA9B855-D120-4FB9-9A33-17161947A361}" type="parTrans" cxnId="{1FD4E856-B544-4ACD-84CC-A2F7DDFD1BEE}">
      <dgm:prSet/>
      <dgm:spPr/>
      <dgm:t>
        <a:bodyPr/>
        <a:lstStyle/>
        <a:p>
          <a:endParaRPr lang="en-US"/>
        </a:p>
      </dgm:t>
    </dgm:pt>
    <dgm:pt modelId="{7C10D4AE-3ED5-454A-BEA6-AAF39FFB9870}" type="sibTrans" cxnId="{1FD4E856-B544-4ACD-84CC-A2F7DDFD1BEE}">
      <dgm:prSet/>
      <dgm:spPr/>
      <dgm:t>
        <a:bodyPr/>
        <a:lstStyle/>
        <a:p>
          <a:endParaRPr lang="en-US"/>
        </a:p>
      </dgm:t>
    </dgm:pt>
    <dgm:pt modelId="{A8417C8D-B5DC-4786-854E-08FB09922E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Late diagnosis reduces effectiveness of treatment</a:t>
          </a:r>
        </a:p>
      </dgm:t>
    </dgm:pt>
    <dgm:pt modelId="{77F83944-DDC6-45E9-8BD3-C278EA99BA6B}" type="parTrans" cxnId="{9D461801-168A-4EF3-A9F2-EFD4C34A6554}">
      <dgm:prSet/>
      <dgm:spPr/>
      <dgm:t>
        <a:bodyPr/>
        <a:lstStyle/>
        <a:p>
          <a:endParaRPr lang="en-US"/>
        </a:p>
      </dgm:t>
    </dgm:pt>
    <dgm:pt modelId="{68FC926F-1D3C-4FAF-AEF5-2B42759EA45C}" type="sibTrans" cxnId="{9D461801-168A-4EF3-A9F2-EFD4C34A6554}">
      <dgm:prSet/>
      <dgm:spPr/>
      <dgm:t>
        <a:bodyPr/>
        <a:lstStyle/>
        <a:p>
          <a:endParaRPr lang="en-US"/>
        </a:p>
      </dgm:t>
    </dgm:pt>
    <dgm:pt modelId="{B03D8209-A9E8-4433-981E-4255A3CE8B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Lack of scalable AI tools for early risk prediction</a:t>
          </a:r>
        </a:p>
      </dgm:t>
    </dgm:pt>
    <dgm:pt modelId="{9143F3A1-968A-4F51-B74C-E66C20B9CC8B}" type="parTrans" cxnId="{1B17FA5F-535E-4165-A317-CC938B44B368}">
      <dgm:prSet/>
      <dgm:spPr/>
      <dgm:t>
        <a:bodyPr/>
        <a:lstStyle/>
        <a:p>
          <a:endParaRPr lang="en-US"/>
        </a:p>
      </dgm:t>
    </dgm:pt>
    <dgm:pt modelId="{752931F1-4BBC-4C81-8045-630E5F503182}" type="sibTrans" cxnId="{1B17FA5F-535E-4165-A317-CC938B44B368}">
      <dgm:prSet/>
      <dgm:spPr/>
      <dgm:t>
        <a:bodyPr/>
        <a:lstStyle/>
        <a:p>
          <a:endParaRPr lang="en-US"/>
        </a:p>
      </dgm:t>
    </dgm:pt>
    <dgm:pt modelId="{C847A8C3-131D-41C4-B2DF-AEA31FA6FE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Need for data‑driven clinical decision support</a:t>
          </a:r>
        </a:p>
      </dgm:t>
    </dgm:pt>
    <dgm:pt modelId="{E271B990-6356-45E8-8139-A42A0F8FD8E5}" type="parTrans" cxnId="{084B6694-5D59-4525-821A-BEAA02C12144}">
      <dgm:prSet/>
      <dgm:spPr/>
      <dgm:t>
        <a:bodyPr/>
        <a:lstStyle/>
        <a:p>
          <a:endParaRPr lang="en-US"/>
        </a:p>
      </dgm:t>
    </dgm:pt>
    <dgm:pt modelId="{0BC2AE00-9205-4CD9-85FA-A29E4CE7684A}" type="sibTrans" cxnId="{084B6694-5D59-4525-821A-BEAA02C12144}">
      <dgm:prSet/>
      <dgm:spPr/>
      <dgm:t>
        <a:bodyPr/>
        <a:lstStyle/>
        <a:p>
          <a:endParaRPr lang="en-US"/>
        </a:p>
      </dgm:t>
    </dgm:pt>
    <dgm:pt modelId="{3027B4A9-479E-452C-8F46-1CBABB9B81AE}" type="pres">
      <dgm:prSet presAssocID="{82BBCF40-143B-4F04-9774-C4251A41E80F}" presName="root" presStyleCnt="0">
        <dgm:presLayoutVars>
          <dgm:dir/>
          <dgm:resizeHandles val="exact"/>
        </dgm:presLayoutVars>
      </dgm:prSet>
      <dgm:spPr/>
    </dgm:pt>
    <dgm:pt modelId="{E630D584-97F4-4442-8D63-3EEFD01820CF}" type="pres">
      <dgm:prSet presAssocID="{5DE25770-112F-4865-AA50-BFBE4DA3BB07}" presName="compNode" presStyleCnt="0"/>
      <dgm:spPr/>
    </dgm:pt>
    <dgm:pt modelId="{96D33034-3E53-4A8C-A25C-C28B2783DC1B}" type="pres">
      <dgm:prSet presAssocID="{5DE25770-112F-4865-AA50-BFBE4DA3BB07}" presName="bgRect" presStyleLbl="bgShp" presStyleIdx="0" presStyleCnt="4"/>
      <dgm:spPr/>
    </dgm:pt>
    <dgm:pt modelId="{A4714652-6544-47D7-9298-FDA8A2DAC104}" type="pres">
      <dgm:prSet presAssocID="{5DE25770-112F-4865-AA50-BFBE4DA3BB0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E77243A-91BB-49BC-BC98-E37999DA2C18}" type="pres">
      <dgm:prSet presAssocID="{5DE25770-112F-4865-AA50-BFBE4DA3BB07}" presName="spaceRect" presStyleCnt="0"/>
      <dgm:spPr/>
    </dgm:pt>
    <dgm:pt modelId="{7433501D-0132-4283-928D-DAFEFF359F26}" type="pres">
      <dgm:prSet presAssocID="{5DE25770-112F-4865-AA50-BFBE4DA3BB07}" presName="parTx" presStyleLbl="revTx" presStyleIdx="0" presStyleCnt="4">
        <dgm:presLayoutVars>
          <dgm:chMax val="0"/>
          <dgm:chPref val="0"/>
        </dgm:presLayoutVars>
      </dgm:prSet>
      <dgm:spPr/>
    </dgm:pt>
    <dgm:pt modelId="{9F1B5DCB-F0B9-4A72-AC50-89D79707E34C}" type="pres">
      <dgm:prSet presAssocID="{7C10D4AE-3ED5-454A-BEA6-AAF39FFB9870}" presName="sibTrans" presStyleCnt="0"/>
      <dgm:spPr/>
    </dgm:pt>
    <dgm:pt modelId="{00184064-B26D-45EC-82E7-18F8CFA99642}" type="pres">
      <dgm:prSet presAssocID="{A8417C8D-B5DC-4786-854E-08FB09922E17}" presName="compNode" presStyleCnt="0"/>
      <dgm:spPr/>
    </dgm:pt>
    <dgm:pt modelId="{9BD436B3-5781-4425-850A-3CC559EAE999}" type="pres">
      <dgm:prSet presAssocID="{A8417C8D-B5DC-4786-854E-08FB09922E17}" presName="bgRect" presStyleLbl="bgShp" presStyleIdx="1" presStyleCnt="4"/>
      <dgm:spPr/>
    </dgm:pt>
    <dgm:pt modelId="{581B3873-2711-4E5C-834C-B3853B5DAEF8}" type="pres">
      <dgm:prSet presAssocID="{A8417C8D-B5DC-4786-854E-08FB09922E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3B81E4B3-420F-4702-B73B-3075B377F9CC}" type="pres">
      <dgm:prSet presAssocID="{A8417C8D-B5DC-4786-854E-08FB09922E17}" presName="spaceRect" presStyleCnt="0"/>
      <dgm:spPr/>
    </dgm:pt>
    <dgm:pt modelId="{C26CE94E-D3B9-4D4A-B394-97936BD538C0}" type="pres">
      <dgm:prSet presAssocID="{A8417C8D-B5DC-4786-854E-08FB09922E17}" presName="parTx" presStyleLbl="revTx" presStyleIdx="1" presStyleCnt="4">
        <dgm:presLayoutVars>
          <dgm:chMax val="0"/>
          <dgm:chPref val="0"/>
        </dgm:presLayoutVars>
      </dgm:prSet>
      <dgm:spPr/>
    </dgm:pt>
    <dgm:pt modelId="{FA35BF99-C05D-4806-9C22-CC17BE1C43BF}" type="pres">
      <dgm:prSet presAssocID="{68FC926F-1D3C-4FAF-AEF5-2B42759EA45C}" presName="sibTrans" presStyleCnt="0"/>
      <dgm:spPr/>
    </dgm:pt>
    <dgm:pt modelId="{69C94CA6-AB37-4A4C-BCD2-260817091963}" type="pres">
      <dgm:prSet presAssocID="{B03D8209-A9E8-4433-981E-4255A3CE8B1E}" presName="compNode" presStyleCnt="0"/>
      <dgm:spPr/>
    </dgm:pt>
    <dgm:pt modelId="{EF080EEB-E075-4400-9FC6-CF9FD6A87742}" type="pres">
      <dgm:prSet presAssocID="{B03D8209-A9E8-4433-981E-4255A3CE8B1E}" presName="bgRect" presStyleLbl="bgShp" presStyleIdx="2" presStyleCnt="4"/>
      <dgm:spPr/>
    </dgm:pt>
    <dgm:pt modelId="{2FC94564-E765-4A55-810C-8FDCBF12BAB0}" type="pres">
      <dgm:prSet presAssocID="{B03D8209-A9E8-4433-981E-4255A3CE8B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65C77A4-BEDE-4E4D-8F92-2FAE5AAA0ED1}" type="pres">
      <dgm:prSet presAssocID="{B03D8209-A9E8-4433-981E-4255A3CE8B1E}" presName="spaceRect" presStyleCnt="0"/>
      <dgm:spPr/>
    </dgm:pt>
    <dgm:pt modelId="{7089A938-16DF-44EF-9B1E-632F142621C2}" type="pres">
      <dgm:prSet presAssocID="{B03D8209-A9E8-4433-981E-4255A3CE8B1E}" presName="parTx" presStyleLbl="revTx" presStyleIdx="2" presStyleCnt="4">
        <dgm:presLayoutVars>
          <dgm:chMax val="0"/>
          <dgm:chPref val="0"/>
        </dgm:presLayoutVars>
      </dgm:prSet>
      <dgm:spPr/>
    </dgm:pt>
    <dgm:pt modelId="{6C43194C-C68C-4BA8-AB18-44C2F4391138}" type="pres">
      <dgm:prSet presAssocID="{752931F1-4BBC-4C81-8045-630E5F503182}" presName="sibTrans" presStyleCnt="0"/>
      <dgm:spPr/>
    </dgm:pt>
    <dgm:pt modelId="{EE7CD171-AB1D-4559-A4D0-D9826FD59751}" type="pres">
      <dgm:prSet presAssocID="{C847A8C3-131D-41C4-B2DF-AEA31FA6FE9D}" presName="compNode" presStyleCnt="0"/>
      <dgm:spPr/>
    </dgm:pt>
    <dgm:pt modelId="{F43A61AE-89AC-4BDF-8BF4-AB7670D2DCCF}" type="pres">
      <dgm:prSet presAssocID="{C847A8C3-131D-41C4-B2DF-AEA31FA6FE9D}" presName="bgRect" presStyleLbl="bgShp" presStyleIdx="3" presStyleCnt="4"/>
      <dgm:spPr/>
    </dgm:pt>
    <dgm:pt modelId="{2F785E8C-D57B-4712-97BE-EBA0988DD703}" type="pres">
      <dgm:prSet presAssocID="{C847A8C3-131D-41C4-B2DF-AEA31FA6FE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5266AB77-3244-434C-A404-8CD502D06030}" type="pres">
      <dgm:prSet presAssocID="{C847A8C3-131D-41C4-B2DF-AEA31FA6FE9D}" presName="spaceRect" presStyleCnt="0"/>
      <dgm:spPr/>
    </dgm:pt>
    <dgm:pt modelId="{F8585842-D13F-4FA2-B7C0-BF672472AB1B}" type="pres">
      <dgm:prSet presAssocID="{C847A8C3-131D-41C4-B2DF-AEA31FA6FE9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D461801-168A-4EF3-A9F2-EFD4C34A6554}" srcId="{82BBCF40-143B-4F04-9774-C4251A41E80F}" destId="{A8417C8D-B5DC-4786-854E-08FB09922E17}" srcOrd="1" destOrd="0" parTransId="{77F83944-DDC6-45E9-8BD3-C278EA99BA6B}" sibTransId="{68FC926F-1D3C-4FAF-AEF5-2B42759EA45C}"/>
    <dgm:cxn modelId="{2B400409-0975-F541-9E3A-509B4B06DF07}" type="presOf" srcId="{C847A8C3-131D-41C4-B2DF-AEA31FA6FE9D}" destId="{F8585842-D13F-4FA2-B7C0-BF672472AB1B}" srcOrd="0" destOrd="0" presId="urn:microsoft.com/office/officeart/2018/2/layout/IconVerticalSolidList"/>
    <dgm:cxn modelId="{B24A4809-9AB5-0040-A86C-2B044ACFA1CD}" type="presOf" srcId="{B03D8209-A9E8-4433-981E-4255A3CE8B1E}" destId="{7089A938-16DF-44EF-9B1E-632F142621C2}" srcOrd="0" destOrd="0" presId="urn:microsoft.com/office/officeart/2018/2/layout/IconVerticalSolidList"/>
    <dgm:cxn modelId="{1FD4E856-B544-4ACD-84CC-A2F7DDFD1BEE}" srcId="{82BBCF40-143B-4F04-9774-C4251A41E80F}" destId="{5DE25770-112F-4865-AA50-BFBE4DA3BB07}" srcOrd="0" destOrd="0" parTransId="{FBA9B855-D120-4FB9-9A33-17161947A361}" sibTransId="{7C10D4AE-3ED5-454A-BEA6-AAF39FFB9870}"/>
    <dgm:cxn modelId="{1B17FA5F-535E-4165-A317-CC938B44B368}" srcId="{82BBCF40-143B-4F04-9774-C4251A41E80F}" destId="{B03D8209-A9E8-4433-981E-4255A3CE8B1E}" srcOrd="2" destOrd="0" parTransId="{9143F3A1-968A-4F51-B74C-E66C20B9CC8B}" sibTransId="{752931F1-4BBC-4C81-8045-630E5F503182}"/>
    <dgm:cxn modelId="{868EF362-B1BA-2E43-9451-18480C6B347C}" type="presOf" srcId="{82BBCF40-143B-4F04-9774-C4251A41E80F}" destId="{3027B4A9-479E-452C-8F46-1CBABB9B81AE}" srcOrd="0" destOrd="0" presId="urn:microsoft.com/office/officeart/2018/2/layout/IconVerticalSolidList"/>
    <dgm:cxn modelId="{084B6694-5D59-4525-821A-BEAA02C12144}" srcId="{82BBCF40-143B-4F04-9774-C4251A41E80F}" destId="{C847A8C3-131D-41C4-B2DF-AEA31FA6FE9D}" srcOrd="3" destOrd="0" parTransId="{E271B990-6356-45E8-8139-A42A0F8FD8E5}" sibTransId="{0BC2AE00-9205-4CD9-85FA-A29E4CE7684A}"/>
    <dgm:cxn modelId="{B2D3A0D9-1B7E-4E4C-94F1-D231BBB8AC1C}" type="presOf" srcId="{5DE25770-112F-4865-AA50-BFBE4DA3BB07}" destId="{7433501D-0132-4283-928D-DAFEFF359F26}" srcOrd="0" destOrd="0" presId="urn:microsoft.com/office/officeart/2018/2/layout/IconVerticalSolidList"/>
    <dgm:cxn modelId="{33A990F6-CE9E-344A-A92C-1974FAEE75FF}" type="presOf" srcId="{A8417C8D-B5DC-4786-854E-08FB09922E17}" destId="{C26CE94E-D3B9-4D4A-B394-97936BD538C0}" srcOrd="0" destOrd="0" presId="urn:microsoft.com/office/officeart/2018/2/layout/IconVerticalSolidList"/>
    <dgm:cxn modelId="{814D8F71-38FA-6D41-AA98-EA3CE2D73448}" type="presParOf" srcId="{3027B4A9-479E-452C-8F46-1CBABB9B81AE}" destId="{E630D584-97F4-4442-8D63-3EEFD01820CF}" srcOrd="0" destOrd="0" presId="urn:microsoft.com/office/officeart/2018/2/layout/IconVerticalSolidList"/>
    <dgm:cxn modelId="{005365C8-8989-9046-88F1-DD886186EECD}" type="presParOf" srcId="{E630D584-97F4-4442-8D63-3EEFD01820CF}" destId="{96D33034-3E53-4A8C-A25C-C28B2783DC1B}" srcOrd="0" destOrd="0" presId="urn:microsoft.com/office/officeart/2018/2/layout/IconVerticalSolidList"/>
    <dgm:cxn modelId="{2B155CD7-B029-1D41-83B0-D40240DBBC08}" type="presParOf" srcId="{E630D584-97F4-4442-8D63-3EEFD01820CF}" destId="{A4714652-6544-47D7-9298-FDA8A2DAC104}" srcOrd="1" destOrd="0" presId="urn:microsoft.com/office/officeart/2018/2/layout/IconVerticalSolidList"/>
    <dgm:cxn modelId="{20D49371-6038-064A-B08B-9571DB866B6A}" type="presParOf" srcId="{E630D584-97F4-4442-8D63-3EEFD01820CF}" destId="{1E77243A-91BB-49BC-BC98-E37999DA2C18}" srcOrd="2" destOrd="0" presId="urn:microsoft.com/office/officeart/2018/2/layout/IconVerticalSolidList"/>
    <dgm:cxn modelId="{559C42C3-8E1E-A74B-9918-86BD92145E7C}" type="presParOf" srcId="{E630D584-97F4-4442-8D63-3EEFD01820CF}" destId="{7433501D-0132-4283-928D-DAFEFF359F26}" srcOrd="3" destOrd="0" presId="urn:microsoft.com/office/officeart/2018/2/layout/IconVerticalSolidList"/>
    <dgm:cxn modelId="{11632094-27B8-C746-8981-7426AC5E9E0A}" type="presParOf" srcId="{3027B4A9-479E-452C-8F46-1CBABB9B81AE}" destId="{9F1B5DCB-F0B9-4A72-AC50-89D79707E34C}" srcOrd="1" destOrd="0" presId="urn:microsoft.com/office/officeart/2018/2/layout/IconVerticalSolidList"/>
    <dgm:cxn modelId="{684EBA55-9EFB-E44F-A5F7-0DCBB058CE61}" type="presParOf" srcId="{3027B4A9-479E-452C-8F46-1CBABB9B81AE}" destId="{00184064-B26D-45EC-82E7-18F8CFA99642}" srcOrd="2" destOrd="0" presId="urn:microsoft.com/office/officeart/2018/2/layout/IconVerticalSolidList"/>
    <dgm:cxn modelId="{5FE44F83-3442-BF42-AF67-19E8991D7F00}" type="presParOf" srcId="{00184064-B26D-45EC-82E7-18F8CFA99642}" destId="{9BD436B3-5781-4425-850A-3CC559EAE999}" srcOrd="0" destOrd="0" presId="urn:microsoft.com/office/officeart/2018/2/layout/IconVerticalSolidList"/>
    <dgm:cxn modelId="{FD8D43A0-422C-EA46-8038-BFC04FB031A2}" type="presParOf" srcId="{00184064-B26D-45EC-82E7-18F8CFA99642}" destId="{581B3873-2711-4E5C-834C-B3853B5DAEF8}" srcOrd="1" destOrd="0" presId="urn:microsoft.com/office/officeart/2018/2/layout/IconVerticalSolidList"/>
    <dgm:cxn modelId="{CBFE4A10-8FA4-BC4B-B37F-EC9FDBDDC3CF}" type="presParOf" srcId="{00184064-B26D-45EC-82E7-18F8CFA99642}" destId="{3B81E4B3-420F-4702-B73B-3075B377F9CC}" srcOrd="2" destOrd="0" presId="urn:microsoft.com/office/officeart/2018/2/layout/IconVerticalSolidList"/>
    <dgm:cxn modelId="{E201DA5F-84D6-B141-BA8E-7388AE064AC8}" type="presParOf" srcId="{00184064-B26D-45EC-82E7-18F8CFA99642}" destId="{C26CE94E-D3B9-4D4A-B394-97936BD538C0}" srcOrd="3" destOrd="0" presId="urn:microsoft.com/office/officeart/2018/2/layout/IconVerticalSolidList"/>
    <dgm:cxn modelId="{04B6EEC9-BBF7-0646-B398-1F460AA1FA44}" type="presParOf" srcId="{3027B4A9-479E-452C-8F46-1CBABB9B81AE}" destId="{FA35BF99-C05D-4806-9C22-CC17BE1C43BF}" srcOrd="3" destOrd="0" presId="urn:microsoft.com/office/officeart/2018/2/layout/IconVerticalSolidList"/>
    <dgm:cxn modelId="{290E9A4A-FC1C-1A4E-9896-A8BF3CBC0EA1}" type="presParOf" srcId="{3027B4A9-479E-452C-8F46-1CBABB9B81AE}" destId="{69C94CA6-AB37-4A4C-BCD2-260817091963}" srcOrd="4" destOrd="0" presId="urn:microsoft.com/office/officeart/2018/2/layout/IconVerticalSolidList"/>
    <dgm:cxn modelId="{1FC344E9-2C14-C843-93BC-532FE827A7F9}" type="presParOf" srcId="{69C94CA6-AB37-4A4C-BCD2-260817091963}" destId="{EF080EEB-E075-4400-9FC6-CF9FD6A87742}" srcOrd="0" destOrd="0" presId="urn:microsoft.com/office/officeart/2018/2/layout/IconVerticalSolidList"/>
    <dgm:cxn modelId="{34606649-0F68-3C43-B345-64F665B3C1D3}" type="presParOf" srcId="{69C94CA6-AB37-4A4C-BCD2-260817091963}" destId="{2FC94564-E765-4A55-810C-8FDCBF12BAB0}" srcOrd="1" destOrd="0" presId="urn:microsoft.com/office/officeart/2018/2/layout/IconVerticalSolidList"/>
    <dgm:cxn modelId="{9673213E-5D17-9841-8438-6AFA00583FAF}" type="presParOf" srcId="{69C94CA6-AB37-4A4C-BCD2-260817091963}" destId="{B65C77A4-BEDE-4E4D-8F92-2FAE5AAA0ED1}" srcOrd="2" destOrd="0" presId="urn:microsoft.com/office/officeart/2018/2/layout/IconVerticalSolidList"/>
    <dgm:cxn modelId="{4A3DBD2D-0C98-C14B-8179-78C5E4B6F664}" type="presParOf" srcId="{69C94CA6-AB37-4A4C-BCD2-260817091963}" destId="{7089A938-16DF-44EF-9B1E-632F142621C2}" srcOrd="3" destOrd="0" presId="urn:microsoft.com/office/officeart/2018/2/layout/IconVerticalSolidList"/>
    <dgm:cxn modelId="{BC6606AE-CE79-2648-9009-6BC518D62E88}" type="presParOf" srcId="{3027B4A9-479E-452C-8F46-1CBABB9B81AE}" destId="{6C43194C-C68C-4BA8-AB18-44C2F4391138}" srcOrd="5" destOrd="0" presId="urn:microsoft.com/office/officeart/2018/2/layout/IconVerticalSolidList"/>
    <dgm:cxn modelId="{977C0CEB-313C-F941-8922-FB237BA06E7A}" type="presParOf" srcId="{3027B4A9-479E-452C-8F46-1CBABB9B81AE}" destId="{EE7CD171-AB1D-4559-A4D0-D9826FD59751}" srcOrd="6" destOrd="0" presId="urn:microsoft.com/office/officeart/2018/2/layout/IconVerticalSolidList"/>
    <dgm:cxn modelId="{C66195FA-E125-8949-9A6F-3F3F3718EC1D}" type="presParOf" srcId="{EE7CD171-AB1D-4559-A4D0-D9826FD59751}" destId="{F43A61AE-89AC-4BDF-8BF4-AB7670D2DCCF}" srcOrd="0" destOrd="0" presId="urn:microsoft.com/office/officeart/2018/2/layout/IconVerticalSolidList"/>
    <dgm:cxn modelId="{7AFCE987-7A59-0F45-84C7-4E3B4ED7BC98}" type="presParOf" srcId="{EE7CD171-AB1D-4559-A4D0-D9826FD59751}" destId="{2F785E8C-D57B-4712-97BE-EBA0988DD703}" srcOrd="1" destOrd="0" presId="urn:microsoft.com/office/officeart/2018/2/layout/IconVerticalSolidList"/>
    <dgm:cxn modelId="{E1A55E82-F39D-E84F-9586-F4DBA1970936}" type="presParOf" srcId="{EE7CD171-AB1D-4559-A4D0-D9826FD59751}" destId="{5266AB77-3244-434C-A404-8CD502D06030}" srcOrd="2" destOrd="0" presId="urn:microsoft.com/office/officeart/2018/2/layout/IconVerticalSolidList"/>
    <dgm:cxn modelId="{B521B34C-ADE3-644F-A740-232A7550F816}" type="presParOf" srcId="{EE7CD171-AB1D-4559-A4D0-D9826FD59751}" destId="{F8585842-D13F-4FA2-B7C0-BF672472AB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B6776C-9F84-4625-AEB2-5A937C624121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A3C00A7-EDDE-48E4-882A-EABB92B95320}">
      <dgm:prSet/>
      <dgm:spPr/>
      <dgm:t>
        <a:bodyPr/>
        <a:lstStyle/>
        <a:p>
          <a:r>
            <a:rPr lang="en-CA"/>
            <a:t>Healthcare &amp; Medical Analytics</a:t>
          </a:r>
          <a:endParaRPr lang="en-US"/>
        </a:p>
      </dgm:t>
    </dgm:pt>
    <dgm:pt modelId="{71983A26-E952-4DF6-9F9E-2BDACEC1C752}" type="parTrans" cxnId="{1BC60B43-9CCA-4337-8FB2-19F894372B1A}">
      <dgm:prSet/>
      <dgm:spPr/>
      <dgm:t>
        <a:bodyPr/>
        <a:lstStyle/>
        <a:p>
          <a:endParaRPr lang="en-US"/>
        </a:p>
      </dgm:t>
    </dgm:pt>
    <dgm:pt modelId="{4279284A-A54D-4A3C-988D-0835441A0B8F}" type="sibTrans" cxnId="{1BC60B43-9CCA-4337-8FB2-19F894372B1A}">
      <dgm:prSet/>
      <dgm:spPr/>
      <dgm:t>
        <a:bodyPr/>
        <a:lstStyle/>
        <a:p>
          <a:endParaRPr lang="en-US"/>
        </a:p>
      </dgm:t>
    </dgm:pt>
    <dgm:pt modelId="{EB06064E-B5CE-44AC-A81C-C7F58F91EED9}">
      <dgm:prSet/>
      <dgm:spPr/>
      <dgm:t>
        <a:bodyPr/>
        <a:lstStyle/>
        <a:p>
          <a:r>
            <a:rPr lang="en-CA"/>
            <a:t>- Geriatric Care</a:t>
          </a:r>
          <a:endParaRPr lang="en-US"/>
        </a:p>
      </dgm:t>
    </dgm:pt>
    <dgm:pt modelId="{A98F37C9-94F4-4C29-8B29-57A59732125B}" type="parTrans" cxnId="{5496D1DF-6517-4AD2-A267-12ED4A0A4150}">
      <dgm:prSet/>
      <dgm:spPr/>
      <dgm:t>
        <a:bodyPr/>
        <a:lstStyle/>
        <a:p>
          <a:endParaRPr lang="en-US"/>
        </a:p>
      </dgm:t>
    </dgm:pt>
    <dgm:pt modelId="{0015F49F-3173-45F4-94BD-E4B59EDE2B7A}" type="sibTrans" cxnId="{5496D1DF-6517-4AD2-A267-12ED4A0A4150}">
      <dgm:prSet/>
      <dgm:spPr/>
      <dgm:t>
        <a:bodyPr/>
        <a:lstStyle/>
        <a:p>
          <a:endParaRPr lang="en-US"/>
        </a:p>
      </dgm:t>
    </dgm:pt>
    <dgm:pt modelId="{0E186DD7-9E2F-4AC0-AFBA-D1B24A844279}">
      <dgm:prSet/>
      <dgm:spPr/>
      <dgm:t>
        <a:bodyPr/>
        <a:lstStyle/>
        <a:p>
          <a:r>
            <a:rPr lang="en-CA"/>
            <a:t>- Neurology</a:t>
          </a:r>
          <a:endParaRPr lang="en-US"/>
        </a:p>
      </dgm:t>
    </dgm:pt>
    <dgm:pt modelId="{E03F15E9-5426-4D5D-941B-7FA3D2D72E66}" type="parTrans" cxnId="{2C73180B-1636-4DC9-BA0B-CDBA7D954E40}">
      <dgm:prSet/>
      <dgm:spPr/>
      <dgm:t>
        <a:bodyPr/>
        <a:lstStyle/>
        <a:p>
          <a:endParaRPr lang="en-US"/>
        </a:p>
      </dgm:t>
    </dgm:pt>
    <dgm:pt modelId="{32BB3314-05AE-436B-BC86-6F83B06CE0AC}" type="sibTrans" cxnId="{2C73180B-1636-4DC9-BA0B-CDBA7D954E40}">
      <dgm:prSet/>
      <dgm:spPr/>
      <dgm:t>
        <a:bodyPr/>
        <a:lstStyle/>
        <a:p>
          <a:endParaRPr lang="en-US"/>
        </a:p>
      </dgm:t>
    </dgm:pt>
    <dgm:pt modelId="{1724597F-5277-4FFF-AD37-0660E7C3407C}">
      <dgm:prSet/>
      <dgm:spPr/>
      <dgm:t>
        <a:bodyPr/>
        <a:lstStyle/>
        <a:p>
          <a:r>
            <a:rPr lang="en-CA"/>
            <a:t>- Preventive Medicine</a:t>
          </a:r>
          <a:endParaRPr lang="en-US"/>
        </a:p>
      </dgm:t>
    </dgm:pt>
    <dgm:pt modelId="{41AF4A54-3F4B-426B-B141-03FD95168363}" type="parTrans" cxnId="{3A0DA0B2-78BE-445F-AB5D-2C3F1EA9B4E9}">
      <dgm:prSet/>
      <dgm:spPr/>
      <dgm:t>
        <a:bodyPr/>
        <a:lstStyle/>
        <a:p>
          <a:endParaRPr lang="en-US"/>
        </a:p>
      </dgm:t>
    </dgm:pt>
    <dgm:pt modelId="{C2493925-0506-4438-A836-3180C6248C25}" type="sibTrans" cxnId="{3A0DA0B2-78BE-445F-AB5D-2C3F1EA9B4E9}">
      <dgm:prSet/>
      <dgm:spPr/>
      <dgm:t>
        <a:bodyPr/>
        <a:lstStyle/>
        <a:p>
          <a:endParaRPr lang="en-US"/>
        </a:p>
      </dgm:t>
    </dgm:pt>
    <dgm:pt modelId="{4A44DC61-32FD-9842-BE96-3589868A51CB}" type="pres">
      <dgm:prSet presAssocID="{76B6776C-9F84-4625-AEB2-5A937C624121}" presName="linear" presStyleCnt="0">
        <dgm:presLayoutVars>
          <dgm:dir/>
          <dgm:animLvl val="lvl"/>
          <dgm:resizeHandles val="exact"/>
        </dgm:presLayoutVars>
      </dgm:prSet>
      <dgm:spPr/>
    </dgm:pt>
    <dgm:pt modelId="{30849048-79AB-584C-A307-12ACF8B82A7D}" type="pres">
      <dgm:prSet presAssocID="{3A3C00A7-EDDE-48E4-882A-EABB92B95320}" presName="parentLin" presStyleCnt="0"/>
      <dgm:spPr/>
    </dgm:pt>
    <dgm:pt modelId="{3989F6B3-34B8-B745-AF1B-84012EAC8D77}" type="pres">
      <dgm:prSet presAssocID="{3A3C00A7-EDDE-48E4-882A-EABB92B95320}" presName="parentLeftMargin" presStyleLbl="node1" presStyleIdx="0" presStyleCnt="4"/>
      <dgm:spPr/>
    </dgm:pt>
    <dgm:pt modelId="{30F23952-ED14-6A4F-8DFB-660AD52EEEC2}" type="pres">
      <dgm:prSet presAssocID="{3A3C00A7-EDDE-48E4-882A-EABB92B953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5315FD-D8A7-4841-BE7D-EE036DA73F02}" type="pres">
      <dgm:prSet presAssocID="{3A3C00A7-EDDE-48E4-882A-EABB92B95320}" presName="negativeSpace" presStyleCnt="0"/>
      <dgm:spPr/>
    </dgm:pt>
    <dgm:pt modelId="{83F54FDE-6409-F140-A185-31F1D974E178}" type="pres">
      <dgm:prSet presAssocID="{3A3C00A7-EDDE-48E4-882A-EABB92B95320}" presName="childText" presStyleLbl="conFgAcc1" presStyleIdx="0" presStyleCnt="4">
        <dgm:presLayoutVars>
          <dgm:bulletEnabled val="1"/>
        </dgm:presLayoutVars>
      </dgm:prSet>
      <dgm:spPr/>
    </dgm:pt>
    <dgm:pt modelId="{4A11F851-6E8F-8449-A133-0D963EF07394}" type="pres">
      <dgm:prSet presAssocID="{4279284A-A54D-4A3C-988D-0835441A0B8F}" presName="spaceBetweenRectangles" presStyleCnt="0"/>
      <dgm:spPr/>
    </dgm:pt>
    <dgm:pt modelId="{894362EB-53BF-8342-AB4D-8F6246324EE4}" type="pres">
      <dgm:prSet presAssocID="{EB06064E-B5CE-44AC-A81C-C7F58F91EED9}" presName="parentLin" presStyleCnt="0"/>
      <dgm:spPr/>
    </dgm:pt>
    <dgm:pt modelId="{0B16D631-9B1E-284B-8D43-AC1F3663E332}" type="pres">
      <dgm:prSet presAssocID="{EB06064E-B5CE-44AC-A81C-C7F58F91EED9}" presName="parentLeftMargin" presStyleLbl="node1" presStyleIdx="0" presStyleCnt="4"/>
      <dgm:spPr/>
    </dgm:pt>
    <dgm:pt modelId="{94FED825-4B4E-9C42-886F-111E105A24FC}" type="pres">
      <dgm:prSet presAssocID="{EB06064E-B5CE-44AC-A81C-C7F58F91EE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893C6B-5764-704C-A6A0-C4F60CCAFC6B}" type="pres">
      <dgm:prSet presAssocID="{EB06064E-B5CE-44AC-A81C-C7F58F91EED9}" presName="negativeSpace" presStyleCnt="0"/>
      <dgm:spPr/>
    </dgm:pt>
    <dgm:pt modelId="{D02C60F2-EDC8-1640-8C41-E2E247C01BCF}" type="pres">
      <dgm:prSet presAssocID="{EB06064E-B5CE-44AC-A81C-C7F58F91EED9}" presName="childText" presStyleLbl="conFgAcc1" presStyleIdx="1" presStyleCnt="4">
        <dgm:presLayoutVars>
          <dgm:bulletEnabled val="1"/>
        </dgm:presLayoutVars>
      </dgm:prSet>
      <dgm:spPr/>
    </dgm:pt>
    <dgm:pt modelId="{AB9D03B1-C87A-E140-B557-CE37124342DF}" type="pres">
      <dgm:prSet presAssocID="{0015F49F-3173-45F4-94BD-E4B59EDE2B7A}" presName="spaceBetweenRectangles" presStyleCnt="0"/>
      <dgm:spPr/>
    </dgm:pt>
    <dgm:pt modelId="{73CD84AE-88E7-F545-BEDA-40C8DC70F4D7}" type="pres">
      <dgm:prSet presAssocID="{0E186DD7-9E2F-4AC0-AFBA-D1B24A844279}" presName="parentLin" presStyleCnt="0"/>
      <dgm:spPr/>
    </dgm:pt>
    <dgm:pt modelId="{30866E20-C4A7-3049-8562-782A79285AA4}" type="pres">
      <dgm:prSet presAssocID="{0E186DD7-9E2F-4AC0-AFBA-D1B24A844279}" presName="parentLeftMargin" presStyleLbl="node1" presStyleIdx="1" presStyleCnt="4"/>
      <dgm:spPr/>
    </dgm:pt>
    <dgm:pt modelId="{4364EB01-FC19-E547-AB5E-5994AC4371AE}" type="pres">
      <dgm:prSet presAssocID="{0E186DD7-9E2F-4AC0-AFBA-D1B24A8442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D39DAF-EB8E-C94B-86A2-72D3472C4B13}" type="pres">
      <dgm:prSet presAssocID="{0E186DD7-9E2F-4AC0-AFBA-D1B24A844279}" presName="negativeSpace" presStyleCnt="0"/>
      <dgm:spPr/>
    </dgm:pt>
    <dgm:pt modelId="{3FCD3BF5-AA56-CF41-96DE-53F808B90595}" type="pres">
      <dgm:prSet presAssocID="{0E186DD7-9E2F-4AC0-AFBA-D1B24A844279}" presName="childText" presStyleLbl="conFgAcc1" presStyleIdx="2" presStyleCnt="4">
        <dgm:presLayoutVars>
          <dgm:bulletEnabled val="1"/>
        </dgm:presLayoutVars>
      </dgm:prSet>
      <dgm:spPr/>
    </dgm:pt>
    <dgm:pt modelId="{F783398C-CA8C-2943-9630-97B0C934B57B}" type="pres">
      <dgm:prSet presAssocID="{32BB3314-05AE-436B-BC86-6F83B06CE0AC}" presName="spaceBetweenRectangles" presStyleCnt="0"/>
      <dgm:spPr/>
    </dgm:pt>
    <dgm:pt modelId="{8C65EF58-0DA5-EB45-989E-367C7C423412}" type="pres">
      <dgm:prSet presAssocID="{1724597F-5277-4FFF-AD37-0660E7C3407C}" presName="parentLin" presStyleCnt="0"/>
      <dgm:spPr/>
    </dgm:pt>
    <dgm:pt modelId="{695AD09A-8948-A248-AA40-96B644B3D725}" type="pres">
      <dgm:prSet presAssocID="{1724597F-5277-4FFF-AD37-0660E7C3407C}" presName="parentLeftMargin" presStyleLbl="node1" presStyleIdx="2" presStyleCnt="4"/>
      <dgm:spPr/>
    </dgm:pt>
    <dgm:pt modelId="{53923589-8FF0-204B-913B-0924B332D120}" type="pres">
      <dgm:prSet presAssocID="{1724597F-5277-4FFF-AD37-0660E7C3407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E8AF025-B81F-F24C-95C4-2B406FE1CFDE}" type="pres">
      <dgm:prSet presAssocID="{1724597F-5277-4FFF-AD37-0660E7C3407C}" presName="negativeSpace" presStyleCnt="0"/>
      <dgm:spPr/>
    </dgm:pt>
    <dgm:pt modelId="{2C573520-DC1E-EB49-A4BC-CB0CEA9B47A8}" type="pres">
      <dgm:prSet presAssocID="{1724597F-5277-4FFF-AD37-0660E7C3407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C73180B-1636-4DC9-BA0B-CDBA7D954E40}" srcId="{76B6776C-9F84-4625-AEB2-5A937C624121}" destId="{0E186DD7-9E2F-4AC0-AFBA-D1B24A844279}" srcOrd="2" destOrd="0" parTransId="{E03F15E9-5426-4D5D-941B-7FA3D2D72E66}" sibTransId="{32BB3314-05AE-436B-BC86-6F83B06CE0AC}"/>
    <dgm:cxn modelId="{1BC60B43-9CCA-4337-8FB2-19F894372B1A}" srcId="{76B6776C-9F84-4625-AEB2-5A937C624121}" destId="{3A3C00A7-EDDE-48E4-882A-EABB92B95320}" srcOrd="0" destOrd="0" parTransId="{71983A26-E952-4DF6-9F9E-2BDACEC1C752}" sibTransId="{4279284A-A54D-4A3C-988D-0835441A0B8F}"/>
    <dgm:cxn modelId="{85D3E673-1E78-E04F-9F2F-8F3705688B27}" type="presOf" srcId="{3A3C00A7-EDDE-48E4-882A-EABB92B95320}" destId="{30F23952-ED14-6A4F-8DFB-660AD52EEEC2}" srcOrd="1" destOrd="0" presId="urn:microsoft.com/office/officeart/2005/8/layout/list1"/>
    <dgm:cxn modelId="{D5F4787E-2DB5-2A45-804B-C0A699900C72}" type="presOf" srcId="{EB06064E-B5CE-44AC-A81C-C7F58F91EED9}" destId="{94FED825-4B4E-9C42-886F-111E105A24FC}" srcOrd="1" destOrd="0" presId="urn:microsoft.com/office/officeart/2005/8/layout/list1"/>
    <dgm:cxn modelId="{5E77C08F-0CE3-F042-861B-4816E56167C0}" type="presOf" srcId="{1724597F-5277-4FFF-AD37-0660E7C3407C}" destId="{53923589-8FF0-204B-913B-0924B332D120}" srcOrd="1" destOrd="0" presId="urn:microsoft.com/office/officeart/2005/8/layout/list1"/>
    <dgm:cxn modelId="{365D3591-22BC-FC49-BD6A-893953729143}" type="presOf" srcId="{0E186DD7-9E2F-4AC0-AFBA-D1B24A844279}" destId="{4364EB01-FC19-E547-AB5E-5994AC4371AE}" srcOrd="1" destOrd="0" presId="urn:microsoft.com/office/officeart/2005/8/layout/list1"/>
    <dgm:cxn modelId="{3A0DA0B2-78BE-445F-AB5D-2C3F1EA9B4E9}" srcId="{76B6776C-9F84-4625-AEB2-5A937C624121}" destId="{1724597F-5277-4FFF-AD37-0660E7C3407C}" srcOrd="3" destOrd="0" parTransId="{41AF4A54-3F4B-426B-B141-03FD95168363}" sibTransId="{C2493925-0506-4438-A836-3180C6248C25}"/>
    <dgm:cxn modelId="{E8C56EB5-C355-4C41-9E06-E4B59F2D6A93}" type="presOf" srcId="{76B6776C-9F84-4625-AEB2-5A937C624121}" destId="{4A44DC61-32FD-9842-BE96-3589868A51CB}" srcOrd="0" destOrd="0" presId="urn:microsoft.com/office/officeart/2005/8/layout/list1"/>
    <dgm:cxn modelId="{A09488C0-48E3-0044-9598-E7222CFCFFFC}" type="presOf" srcId="{0E186DD7-9E2F-4AC0-AFBA-D1B24A844279}" destId="{30866E20-C4A7-3049-8562-782A79285AA4}" srcOrd="0" destOrd="0" presId="urn:microsoft.com/office/officeart/2005/8/layout/list1"/>
    <dgm:cxn modelId="{5496D1DF-6517-4AD2-A267-12ED4A0A4150}" srcId="{76B6776C-9F84-4625-AEB2-5A937C624121}" destId="{EB06064E-B5CE-44AC-A81C-C7F58F91EED9}" srcOrd="1" destOrd="0" parTransId="{A98F37C9-94F4-4C29-8B29-57A59732125B}" sibTransId="{0015F49F-3173-45F4-94BD-E4B59EDE2B7A}"/>
    <dgm:cxn modelId="{84A555E4-7DC1-1D40-9716-61520AD3C2BF}" type="presOf" srcId="{EB06064E-B5CE-44AC-A81C-C7F58F91EED9}" destId="{0B16D631-9B1E-284B-8D43-AC1F3663E332}" srcOrd="0" destOrd="0" presId="urn:microsoft.com/office/officeart/2005/8/layout/list1"/>
    <dgm:cxn modelId="{B99A8CEB-ECA3-C34E-A814-62742A2E78CF}" type="presOf" srcId="{3A3C00A7-EDDE-48E4-882A-EABB92B95320}" destId="{3989F6B3-34B8-B745-AF1B-84012EAC8D77}" srcOrd="0" destOrd="0" presId="urn:microsoft.com/office/officeart/2005/8/layout/list1"/>
    <dgm:cxn modelId="{363BBCEB-E6F7-104A-B4AF-D85C607B2184}" type="presOf" srcId="{1724597F-5277-4FFF-AD37-0660E7C3407C}" destId="{695AD09A-8948-A248-AA40-96B644B3D725}" srcOrd="0" destOrd="0" presId="urn:microsoft.com/office/officeart/2005/8/layout/list1"/>
    <dgm:cxn modelId="{1A107580-86D8-A644-BBAB-1B1D860F7C3E}" type="presParOf" srcId="{4A44DC61-32FD-9842-BE96-3589868A51CB}" destId="{30849048-79AB-584C-A307-12ACF8B82A7D}" srcOrd="0" destOrd="0" presId="urn:microsoft.com/office/officeart/2005/8/layout/list1"/>
    <dgm:cxn modelId="{F35615C6-7462-4445-B90B-8A76A421AED4}" type="presParOf" srcId="{30849048-79AB-584C-A307-12ACF8B82A7D}" destId="{3989F6B3-34B8-B745-AF1B-84012EAC8D77}" srcOrd="0" destOrd="0" presId="urn:microsoft.com/office/officeart/2005/8/layout/list1"/>
    <dgm:cxn modelId="{75B84959-1295-D44C-99E4-B2EA39C27913}" type="presParOf" srcId="{30849048-79AB-584C-A307-12ACF8B82A7D}" destId="{30F23952-ED14-6A4F-8DFB-660AD52EEEC2}" srcOrd="1" destOrd="0" presId="urn:microsoft.com/office/officeart/2005/8/layout/list1"/>
    <dgm:cxn modelId="{D8E3C3E4-443B-2B45-8211-210B075AF631}" type="presParOf" srcId="{4A44DC61-32FD-9842-BE96-3589868A51CB}" destId="{F05315FD-D8A7-4841-BE7D-EE036DA73F02}" srcOrd="1" destOrd="0" presId="urn:microsoft.com/office/officeart/2005/8/layout/list1"/>
    <dgm:cxn modelId="{8AD6655B-417B-7D46-A824-A46C4AB6586B}" type="presParOf" srcId="{4A44DC61-32FD-9842-BE96-3589868A51CB}" destId="{83F54FDE-6409-F140-A185-31F1D974E178}" srcOrd="2" destOrd="0" presId="urn:microsoft.com/office/officeart/2005/8/layout/list1"/>
    <dgm:cxn modelId="{D5C98BD9-4486-1143-AE3C-7C16828D921B}" type="presParOf" srcId="{4A44DC61-32FD-9842-BE96-3589868A51CB}" destId="{4A11F851-6E8F-8449-A133-0D963EF07394}" srcOrd="3" destOrd="0" presId="urn:microsoft.com/office/officeart/2005/8/layout/list1"/>
    <dgm:cxn modelId="{A41A4415-6585-E14D-A58B-95FAB8AF1E90}" type="presParOf" srcId="{4A44DC61-32FD-9842-BE96-3589868A51CB}" destId="{894362EB-53BF-8342-AB4D-8F6246324EE4}" srcOrd="4" destOrd="0" presId="urn:microsoft.com/office/officeart/2005/8/layout/list1"/>
    <dgm:cxn modelId="{993063B9-9E7B-044F-BF42-01FD22FABC5D}" type="presParOf" srcId="{894362EB-53BF-8342-AB4D-8F6246324EE4}" destId="{0B16D631-9B1E-284B-8D43-AC1F3663E332}" srcOrd="0" destOrd="0" presId="urn:microsoft.com/office/officeart/2005/8/layout/list1"/>
    <dgm:cxn modelId="{C9D5067F-574B-A94B-9B14-BC2268927D4D}" type="presParOf" srcId="{894362EB-53BF-8342-AB4D-8F6246324EE4}" destId="{94FED825-4B4E-9C42-886F-111E105A24FC}" srcOrd="1" destOrd="0" presId="urn:microsoft.com/office/officeart/2005/8/layout/list1"/>
    <dgm:cxn modelId="{FD406E6D-176A-F24F-9E0D-196D18336ACC}" type="presParOf" srcId="{4A44DC61-32FD-9842-BE96-3589868A51CB}" destId="{91893C6B-5764-704C-A6A0-C4F60CCAFC6B}" srcOrd="5" destOrd="0" presId="urn:microsoft.com/office/officeart/2005/8/layout/list1"/>
    <dgm:cxn modelId="{596699A6-1415-8C43-B6CD-DF799124130C}" type="presParOf" srcId="{4A44DC61-32FD-9842-BE96-3589868A51CB}" destId="{D02C60F2-EDC8-1640-8C41-E2E247C01BCF}" srcOrd="6" destOrd="0" presId="urn:microsoft.com/office/officeart/2005/8/layout/list1"/>
    <dgm:cxn modelId="{1BBD9C00-976C-944B-9E22-BBFD7E819834}" type="presParOf" srcId="{4A44DC61-32FD-9842-BE96-3589868A51CB}" destId="{AB9D03B1-C87A-E140-B557-CE37124342DF}" srcOrd="7" destOrd="0" presId="urn:microsoft.com/office/officeart/2005/8/layout/list1"/>
    <dgm:cxn modelId="{02C4D78C-0A31-E94D-8408-D711607943E4}" type="presParOf" srcId="{4A44DC61-32FD-9842-BE96-3589868A51CB}" destId="{73CD84AE-88E7-F545-BEDA-40C8DC70F4D7}" srcOrd="8" destOrd="0" presId="urn:microsoft.com/office/officeart/2005/8/layout/list1"/>
    <dgm:cxn modelId="{5C1C0C41-4F9D-E74B-A6C5-589FE4B77AF5}" type="presParOf" srcId="{73CD84AE-88E7-F545-BEDA-40C8DC70F4D7}" destId="{30866E20-C4A7-3049-8562-782A79285AA4}" srcOrd="0" destOrd="0" presId="urn:microsoft.com/office/officeart/2005/8/layout/list1"/>
    <dgm:cxn modelId="{31A78D9C-DAE6-6A4A-81D8-DF7074596B58}" type="presParOf" srcId="{73CD84AE-88E7-F545-BEDA-40C8DC70F4D7}" destId="{4364EB01-FC19-E547-AB5E-5994AC4371AE}" srcOrd="1" destOrd="0" presId="urn:microsoft.com/office/officeart/2005/8/layout/list1"/>
    <dgm:cxn modelId="{A4029C7D-79F7-B444-893B-ED2CBB3ECD79}" type="presParOf" srcId="{4A44DC61-32FD-9842-BE96-3589868A51CB}" destId="{77D39DAF-EB8E-C94B-86A2-72D3472C4B13}" srcOrd="9" destOrd="0" presId="urn:microsoft.com/office/officeart/2005/8/layout/list1"/>
    <dgm:cxn modelId="{403A2965-987F-274C-AB9B-BA9E2080190E}" type="presParOf" srcId="{4A44DC61-32FD-9842-BE96-3589868A51CB}" destId="{3FCD3BF5-AA56-CF41-96DE-53F808B90595}" srcOrd="10" destOrd="0" presId="urn:microsoft.com/office/officeart/2005/8/layout/list1"/>
    <dgm:cxn modelId="{5676EDC1-2DE1-DE41-A7A9-221314DE42E3}" type="presParOf" srcId="{4A44DC61-32FD-9842-BE96-3589868A51CB}" destId="{F783398C-CA8C-2943-9630-97B0C934B57B}" srcOrd="11" destOrd="0" presId="urn:microsoft.com/office/officeart/2005/8/layout/list1"/>
    <dgm:cxn modelId="{47904C53-A486-EA4C-8E7B-DF985B935A92}" type="presParOf" srcId="{4A44DC61-32FD-9842-BE96-3589868A51CB}" destId="{8C65EF58-0DA5-EB45-989E-367C7C423412}" srcOrd="12" destOrd="0" presId="urn:microsoft.com/office/officeart/2005/8/layout/list1"/>
    <dgm:cxn modelId="{761B2D5C-012F-4E41-AAF2-6789870E75E4}" type="presParOf" srcId="{8C65EF58-0DA5-EB45-989E-367C7C423412}" destId="{695AD09A-8948-A248-AA40-96B644B3D725}" srcOrd="0" destOrd="0" presId="urn:microsoft.com/office/officeart/2005/8/layout/list1"/>
    <dgm:cxn modelId="{6AC735C7-137B-0141-8B5E-7EB61E609695}" type="presParOf" srcId="{8C65EF58-0DA5-EB45-989E-367C7C423412}" destId="{53923589-8FF0-204B-913B-0924B332D120}" srcOrd="1" destOrd="0" presId="urn:microsoft.com/office/officeart/2005/8/layout/list1"/>
    <dgm:cxn modelId="{B0AED0BA-A69B-CB44-8346-2BD663B85C5F}" type="presParOf" srcId="{4A44DC61-32FD-9842-BE96-3589868A51CB}" destId="{6E8AF025-B81F-F24C-95C4-2B406FE1CFDE}" srcOrd="13" destOrd="0" presId="urn:microsoft.com/office/officeart/2005/8/layout/list1"/>
    <dgm:cxn modelId="{63279DE0-D05E-3A40-845B-D480552BE453}" type="presParOf" srcId="{4A44DC61-32FD-9842-BE96-3589868A51CB}" destId="{2C573520-DC1E-EB49-A4BC-CB0CEA9B47A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4818A1-327A-4716-B95D-B6B21D9CF4A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0DD890-ADBF-43EB-86B1-19E7226152CB}">
      <dgm:prSet/>
      <dgm:spPr/>
      <dgm:t>
        <a:bodyPr/>
        <a:lstStyle/>
        <a:p>
          <a:r>
            <a:rPr lang="en-US"/>
            <a:t>• AI‑driven predictive analytics system</a:t>
          </a:r>
        </a:p>
      </dgm:t>
    </dgm:pt>
    <dgm:pt modelId="{5826BC7E-1E46-4003-A1A1-44ADBD4A7A47}" type="parTrans" cxnId="{D3E00374-60E1-4BA7-B333-6166156D886D}">
      <dgm:prSet/>
      <dgm:spPr/>
      <dgm:t>
        <a:bodyPr/>
        <a:lstStyle/>
        <a:p>
          <a:endParaRPr lang="en-US"/>
        </a:p>
      </dgm:t>
    </dgm:pt>
    <dgm:pt modelId="{BF8DAFAB-D213-47D9-89F2-BB20A10A7816}" type="sibTrans" cxnId="{D3E00374-60E1-4BA7-B333-6166156D886D}">
      <dgm:prSet/>
      <dgm:spPr/>
      <dgm:t>
        <a:bodyPr/>
        <a:lstStyle/>
        <a:p>
          <a:endParaRPr lang="en-US"/>
        </a:p>
      </dgm:t>
    </dgm:pt>
    <dgm:pt modelId="{FBB47D4A-8A1E-47EC-837D-03DE51900179}">
      <dgm:prSet/>
      <dgm:spPr/>
      <dgm:t>
        <a:bodyPr/>
        <a:lstStyle/>
        <a:p>
          <a:r>
            <a:rPr lang="en-US"/>
            <a:t>• Uses demographic, medical, lifestyle and cognitive data</a:t>
          </a:r>
        </a:p>
      </dgm:t>
    </dgm:pt>
    <dgm:pt modelId="{61C11425-81DE-4A59-AA6C-4BA15E660117}" type="parTrans" cxnId="{D24B81BE-2D6F-4B7C-B4B4-2A63C2DE9289}">
      <dgm:prSet/>
      <dgm:spPr/>
      <dgm:t>
        <a:bodyPr/>
        <a:lstStyle/>
        <a:p>
          <a:endParaRPr lang="en-US"/>
        </a:p>
      </dgm:t>
    </dgm:pt>
    <dgm:pt modelId="{44B7CE7F-785F-42F6-8FE0-226BB58B1C14}" type="sibTrans" cxnId="{D24B81BE-2D6F-4B7C-B4B4-2A63C2DE9289}">
      <dgm:prSet/>
      <dgm:spPr/>
      <dgm:t>
        <a:bodyPr/>
        <a:lstStyle/>
        <a:p>
          <a:endParaRPr lang="en-US"/>
        </a:p>
      </dgm:t>
    </dgm:pt>
    <dgm:pt modelId="{95531598-FE7D-4C1C-9597-014DB00B9417}">
      <dgm:prSet/>
      <dgm:spPr/>
      <dgm:t>
        <a:bodyPr/>
        <a:lstStyle/>
        <a:p>
          <a:r>
            <a:rPr lang="en-US"/>
            <a:t>• Machine learning predicts Alzheimer’s risk</a:t>
          </a:r>
        </a:p>
      </dgm:t>
    </dgm:pt>
    <dgm:pt modelId="{234CEED6-2023-42EE-9636-18CFCBF80BB2}" type="parTrans" cxnId="{1C88BBBF-E3BF-44B3-B8BC-3E14D2D34727}">
      <dgm:prSet/>
      <dgm:spPr/>
      <dgm:t>
        <a:bodyPr/>
        <a:lstStyle/>
        <a:p>
          <a:endParaRPr lang="en-US"/>
        </a:p>
      </dgm:t>
    </dgm:pt>
    <dgm:pt modelId="{0460D616-862F-4A04-9DC6-EC7C45E78C5E}" type="sibTrans" cxnId="{1C88BBBF-E3BF-44B3-B8BC-3E14D2D34727}">
      <dgm:prSet/>
      <dgm:spPr/>
      <dgm:t>
        <a:bodyPr/>
        <a:lstStyle/>
        <a:p>
          <a:endParaRPr lang="en-US"/>
        </a:p>
      </dgm:t>
    </dgm:pt>
    <dgm:pt modelId="{B5C8F151-9A6F-4E9F-AE80-4FAE9150F777}">
      <dgm:prSet/>
      <dgm:spPr/>
      <dgm:t>
        <a:bodyPr/>
        <a:lstStyle/>
        <a:p>
          <a:r>
            <a:rPr lang="en-US"/>
            <a:t>• Generates risk classification for clinicians</a:t>
          </a:r>
        </a:p>
      </dgm:t>
    </dgm:pt>
    <dgm:pt modelId="{72954914-8391-41A3-94C5-A8D1047C0BDD}" type="parTrans" cxnId="{FF06D220-A92C-4E72-BB0F-57860BC6506F}">
      <dgm:prSet/>
      <dgm:spPr/>
      <dgm:t>
        <a:bodyPr/>
        <a:lstStyle/>
        <a:p>
          <a:endParaRPr lang="en-US"/>
        </a:p>
      </dgm:t>
    </dgm:pt>
    <dgm:pt modelId="{B7AC2960-327A-427A-B498-822FC9FBA5EC}" type="sibTrans" cxnId="{FF06D220-A92C-4E72-BB0F-57860BC6506F}">
      <dgm:prSet/>
      <dgm:spPr/>
      <dgm:t>
        <a:bodyPr/>
        <a:lstStyle/>
        <a:p>
          <a:endParaRPr lang="en-US"/>
        </a:p>
      </dgm:t>
    </dgm:pt>
    <dgm:pt modelId="{6ECF48EE-CF5C-D54D-94EB-51CEAD6D6582}" type="pres">
      <dgm:prSet presAssocID="{E74818A1-327A-4716-B95D-B6B21D9CF4A2}" presName="vert0" presStyleCnt="0">
        <dgm:presLayoutVars>
          <dgm:dir/>
          <dgm:animOne val="branch"/>
          <dgm:animLvl val="lvl"/>
        </dgm:presLayoutVars>
      </dgm:prSet>
      <dgm:spPr/>
    </dgm:pt>
    <dgm:pt modelId="{9F9E48F7-7C9B-C24E-8ECE-1494A7E72CB7}" type="pres">
      <dgm:prSet presAssocID="{500DD890-ADBF-43EB-86B1-19E7226152CB}" presName="thickLine" presStyleLbl="alignNode1" presStyleIdx="0" presStyleCnt="4"/>
      <dgm:spPr/>
    </dgm:pt>
    <dgm:pt modelId="{48BD523B-A2E8-364E-8A7C-F970A92EDEC8}" type="pres">
      <dgm:prSet presAssocID="{500DD890-ADBF-43EB-86B1-19E7226152CB}" presName="horz1" presStyleCnt="0"/>
      <dgm:spPr/>
    </dgm:pt>
    <dgm:pt modelId="{78C69898-894E-3A47-B0EA-066347837D1A}" type="pres">
      <dgm:prSet presAssocID="{500DD890-ADBF-43EB-86B1-19E7226152CB}" presName="tx1" presStyleLbl="revTx" presStyleIdx="0" presStyleCnt="4"/>
      <dgm:spPr/>
    </dgm:pt>
    <dgm:pt modelId="{5540CFE7-9763-F040-B78B-C0C4B76545D1}" type="pres">
      <dgm:prSet presAssocID="{500DD890-ADBF-43EB-86B1-19E7226152CB}" presName="vert1" presStyleCnt="0"/>
      <dgm:spPr/>
    </dgm:pt>
    <dgm:pt modelId="{0DB546DE-B093-2F4E-AE18-5CF3BAAA6649}" type="pres">
      <dgm:prSet presAssocID="{FBB47D4A-8A1E-47EC-837D-03DE51900179}" presName="thickLine" presStyleLbl="alignNode1" presStyleIdx="1" presStyleCnt="4"/>
      <dgm:spPr/>
    </dgm:pt>
    <dgm:pt modelId="{2974EB11-FC25-A141-B068-D6C2836D587C}" type="pres">
      <dgm:prSet presAssocID="{FBB47D4A-8A1E-47EC-837D-03DE51900179}" presName="horz1" presStyleCnt="0"/>
      <dgm:spPr/>
    </dgm:pt>
    <dgm:pt modelId="{96BF4E10-4E49-214F-93F9-C63E3EE510C8}" type="pres">
      <dgm:prSet presAssocID="{FBB47D4A-8A1E-47EC-837D-03DE51900179}" presName="tx1" presStyleLbl="revTx" presStyleIdx="1" presStyleCnt="4"/>
      <dgm:spPr/>
    </dgm:pt>
    <dgm:pt modelId="{C8F56018-BF9D-7048-8501-9B6730AE7B7F}" type="pres">
      <dgm:prSet presAssocID="{FBB47D4A-8A1E-47EC-837D-03DE51900179}" presName="vert1" presStyleCnt="0"/>
      <dgm:spPr/>
    </dgm:pt>
    <dgm:pt modelId="{51E536E3-0727-9544-9103-42BEF7BB7D4B}" type="pres">
      <dgm:prSet presAssocID="{95531598-FE7D-4C1C-9597-014DB00B9417}" presName="thickLine" presStyleLbl="alignNode1" presStyleIdx="2" presStyleCnt="4"/>
      <dgm:spPr/>
    </dgm:pt>
    <dgm:pt modelId="{F5F2866C-F0FC-AD4D-A741-6E83349538B6}" type="pres">
      <dgm:prSet presAssocID="{95531598-FE7D-4C1C-9597-014DB00B9417}" presName="horz1" presStyleCnt="0"/>
      <dgm:spPr/>
    </dgm:pt>
    <dgm:pt modelId="{A88D4331-3759-AC4C-B02D-88CB4DE5629B}" type="pres">
      <dgm:prSet presAssocID="{95531598-FE7D-4C1C-9597-014DB00B9417}" presName="tx1" presStyleLbl="revTx" presStyleIdx="2" presStyleCnt="4"/>
      <dgm:spPr/>
    </dgm:pt>
    <dgm:pt modelId="{E43B7CBE-2773-C44F-86D1-40F7DA3EBB4C}" type="pres">
      <dgm:prSet presAssocID="{95531598-FE7D-4C1C-9597-014DB00B9417}" presName="vert1" presStyleCnt="0"/>
      <dgm:spPr/>
    </dgm:pt>
    <dgm:pt modelId="{53692555-3A52-7347-A3F6-A818678776D7}" type="pres">
      <dgm:prSet presAssocID="{B5C8F151-9A6F-4E9F-AE80-4FAE9150F777}" presName="thickLine" presStyleLbl="alignNode1" presStyleIdx="3" presStyleCnt="4"/>
      <dgm:spPr/>
    </dgm:pt>
    <dgm:pt modelId="{E1A5BFAE-ED9E-CF47-84AA-43AC9CFE44A6}" type="pres">
      <dgm:prSet presAssocID="{B5C8F151-9A6F-4E9F-AE80-4FAE9150F777}" presName="horz1" presStyleCnt="0"/>
      <dgm:spPr/>
    </dgm:pt>
    <dgm:pt modelId="{A1EBD14A-7E0D-F643-8200-41FAC6B02811}" type="pres">
      <dgm:prSet presAssocID="{B5C8F151-9A6F-4E9F-AE80-4FAE9150F777}" presName="tx1" presStyleLbl="revTx" presStyleIdx="3" presStyleCnt="4"/>
      <dgm:spPr/>
    </dgm:pt>
    <dgm:pt modelId="{4B63D84D-B788-1842-939A-5084AC339197}" type="pres">
      <dgm:prSet presAssocID="{B5C8F151-9A6F-4E9F-AE80-4FAE9150F777}" presName="vert1" presStyleCnt="0"/>
      <dgm:spPr/>
    </dgm:pt>
  </dgm:ptLst>
  <dgm:cxnLst>
    <dgm:cxn modelId="{FF06D220-A92C-4E72-BB0F-57860BC6506F}" srcId="{E74818A1-327A-4716-B95D-B6B21D9CF4A2}" destId="{B5C8F151-9A6F-4E9F-AE80-4FAE9150F777}" srcOrd="3" destOrd="0" parTransId="{72954914-8391-41A3-94C5-A8D1047C0BDD}" sibTransId="{B7AC2960-327A-427A-B498-822FC9FBA5EC}"/>
    <dgm:cxn modelId="{5CC52A34-B40B-B645-9463-1ECEBCEBE3C0}" type="presOf" srcId="{E74818A1-327A-4716-B95D-B6B21D9CF4A2}" destId="{6ECF48EE-CF5C-D54D-94EB-51CEAD6D6582}" srcOrd="0" destOrd="0" presId="urn:microsoft.com/office/officeart/2008/layout/LinedList"/>
    <dgm:cxn modelId="{4FC8475E-A55B-0F42-AF2B-3023D501E0A0}" type="presOf" srcId="{500DD890-ADBF-43EB-86B1-19E7226152CB}" destId="{78C69898-894E-3A47-B0EA-066347837D1A}" srcOrd="0" destOrd="0" presId="urn:microsoft.com/office/officeart/2008/layout/LinedList"/>
    <dgm:cxn modelId="{BAB2DB61-07DA-854C-B44C-CEDEE46E5C26}" type="presOf" srcId="{FBB47D4A-8A1E-47EC-837D-03DE51900179}" destId="{96BF4E10-4E49-214F-93F9-C63E3EE510C8}" srcOrd="0" destOrd="0" presId="urn:microsoft.com/office/officeart/2008/layout/LinedList"/>
    <dgm:cxn modelId="{D3E00374-60E1-4BA7-B333-6166156D886D}" srcId="{E74818A1-327A-4716-B95D-B6B21D9CF4A2}" destId="{500DD890-ADBF-43EB-86B1-19E7226152CB}" srcOrd="0" destOrd="0" parTransId="{5826BC7E-1E46-4003-A1A1-44ADBD4A7A47}" sibTransId="{BF8DAFAB-D213-47D9-89F2-BB20A10A7816}"/>
    <dgm:cxn modelId="{D24B81BE-2D6F-4B7C-B4B4-2A63C2DE9289}" srcId="{E74818A1-327A-4716-B95D-B6B21D9CF4A2}" destId="{FBB47D4A-8A1E-47EC-837D-03DE51900179}" srcOrd="1" destOrd="0" parTransId="{61C11425-81DE-4A59-AA6C-4BA15E660117}" sibTransId="{44B7CE7F-785F-42F6-8FE0-226BB58B1C14}"/>
    <dgm:cxn modelId="{1C88BBBF-E3BF-44B3-B8BC-3E14D2D34727}" srcId="{E74818A1-327A-4716-B95D-B6B21D9CF4A2}" destId="{95531598-FE7D-4C1C-9597-014DB00B9417}" srcOrd="2" destOrd="0" parTransId="{234CEED6-2023-42EE-9636-18CFCBF80BB2}" sibTransId="{0460D616-862F-4A04-9DC6-EC7C45E78C5E}"/>
    <dgm:cxn modelId="{AF22E6C3-F414-BA44-A79C-360FC22BBCF1}" type="presOf" srcId="{95531598-FE7D-4C1C-9597-014DB00B9417}" destId="{A88D4331-3759-AC4C-B02D-88CB4DE5629B}" srcOrd="0" destOrd="0" presId="urn:microsoft.com/office/officeart/2008/layout/LinedList"/>
    <dgm:cxn modelId="{1928B5EF-AED4-3E46-BF52-A296EEA53519}" type="presOf" srcId="{B5C8F151-9A6F-4E9F-AE80-4FAE9150F777}" destId="{A1EBD14A-7E0D-F643-8200-41FAC6B02811}" srcOrd="0" destOrd="0" presId="urn:microsoft.com/office/officeart/2008/layout/LinedList"/>
    <dgm:cxn modelId="{4D4CD1E3-CB6D-7441-9027-A25C0E01BC64}" type="presParOf" srcId="{6ECF48EE-CF5C-D54D-94EB-51CEAD6D6582}" destId="{9F9E48F7-7C9B-C24E-8ECE-1494A7E72CB7}" srcOrd="0" destOrd="0" presId="urn:microsoft.com/office/officeart/2008/layout/LinedList"/>
    <dgm:cxn modelId="{EC444842-EDD0-134E-9AC8-9B30E87E641A}" type="presParOf" srcId="{6ECF48EE-CF5C-D54D-94EB-51CEAD6D6582}" destId="{48BD523B-A2E8-364E-8A7C-F970A92EDEC8}" srcOrd="1" destOrd="0" presId="urn:microsoft.com/office/officeart/2008/layout/LinedList"/>
    <dgm:cxn modelId="{AF54365D-9864-4242-9691-82D842DC6365}" type="presParOf" srcId="{48BD523B-A2E8-364E-8A7C-F970A92EDEC8}" destId="{78C69898-894E-3A47-B0EA-066347837D1A}" srcOrd="0" destOrd="0" presId="urn:microsoft.com/office/officeart/2008/layout/LinedList"/>
    <dgm:cxn modelId="{CC3C6871-F922-504F-85BF-BC6D7EF6F9DE}" type="presParOf" srcId="{48BD523B-A2E8-364E-8A7C-F970A92EDEC8}" destId="{5540CFE7-9763-F040-B78B-C0C4B76545D1}" srcOrd="1" destOrd="0" presId="urn:microsoft.com/office/officeart/2008/layout/LinedList"/>
    <dgm:cxn modelId="{EDE08F4F-A1CA-0345-9ADE-79C82BD45367}" type="presParOf" srcId="{6ECF48EE-CF5C-D54D-94EB-51CEAD6D6582}" destId="{0DB546DE-B093-2F4E-AE18-5CF3BAAA6649}" srcOrd="2" destOrd="0" presId="urn:microsoft.com/office/officeart/2008/layout/LinedList"/>
    <dgm:cxn modelId="{A3E7CAB2-1AB4-CD4B-B884-032CC1F7D4F0}" type="presParOf" srcId="{6ECF48EE-CF5C-D54D-94EB-51CEAD6D6582}" destId="{2974EB11-FC25-A141-B068-D6C2836D587C}" srcOrd="3" destOrd="0" presId="urn:microsoft.com/office/officeart/2008/layout/LinedList"/>
    <dgm:cxn modelId="{C21BC59D-064F-7E4B-B5FB-5670A73B0F84}" type="presParOf" srcId="{2974EB11-FC25-A141-B068-D6C2836D587C}" destId="{96BF4E10-4E49-214F-93F9-C63E3EE510C8}" srcOrd="0" destOrd="0" presId="urn:microsoft.com/office/officeart/2008/layout/LinedList"/>
    <dgm:cxn modelId="{0DC0017A-B52E-294A-96B5-A12EF2AEFBDB}" type="presParOf" srcId="{2974EB11-FC25-A141-B068-D6C2836D587C}" destId="{C8F56018-BF9D-7048-8501-9B6730AE7B7F}" srcOrd="1" destOrd="0" presId="urn:microsoft.com/office/officeart/2008/layout/LinedList"/>
    <dgm:cxn modelId="{8A7D4BBC-E769-DA41-BA8D-664C6A108FB5}" type="presParOf" srcId="{6ECF48EE-CF5C-D54D-94EB-51CEAD6D6582}" destId="{51E536E3-0727-9544-9103-42BEF7BB7D4B}" srcOrd="4" destOrd="0" presId="urn:microsoft.com/office/officeart/2008/layout/LinedList"/>
    <dgm:cxn modelId="{FF4AED91-BE1E-DA4E-8613-32BF0332E102}" type="presParOf" srcId="{6ECF48EE-CF5C-D54D-94EB-51CEAD6D6582}" destId="{F5F2866C-F0FC-AD4D-A741-6E83349538B6}" srcOrd="5" destOrd="0" presId="urn:microsoft.com/office/officeart/2008/layout/LinedList"/>
    <dgm:cxn modelId="{9116C959-660B-FA4A-B44F-AD4612CCDBEB}" type="presParOf" srcId="{F5F2866C-F0FC-AD4D-A741-6E83349538B6}" destId="{A88D4331-3759-AC4C-B02D-88CB4DE5629B}" srcOrd="0" destOrd="0" presId="urn:microsoft.com/office/officeart/2008/layout/LinedList"/>
    <dgm:cxn modelId="{FD1F9784-5E39-DD47-BDEE-829B61696A00}" type="presParOf" srcId="{F5F2866C-F0FC-AD4D-A741-6E83349538B6}" destId="{E43B7CBE-2773-C44F-86D1-40F7DA3EBB4C}" srcOrd="1" destOrd="0" presId="urn:microsoft.com/office/officeart/2008/layout/LinedList"/>
    <dgm:cxn modelId="{41A6E4CC-6D8D-3544-B7AB-B0FC6831201F}" type="presParOf" srcId="{6ECF48EE-CF5C-D54D-94EB-51CEAD6D6582}" destId="{53692555-3A52-7347-A3F6-A818678776D7}" srcOrd="6" destOrd="0" presId="urn:microsoft.com/office/officeart/2008/layout/LinedList"/>
    <dgm:cxn modelId="{CD80F95E-551B-9C47-9F7F-4F035BE6B70F}" type="presParOf" srcId="{6ECF48EE-CF5C-D54D-94EB-51CEAD6D6582}" destId="{E1A5BFAE-ED9E-CF47-84AA-43AC9CFE44A6}" srcOrd="7" destOrd="0" presId="urn:microsoft.com/office/officeart/2008/layout/LinedList"/>
    <dgm:cxn modelId="{1BE49137-74C4-4A46-A93C-A5FDD29A674B}" type="presParOf" srcId="{E1A5BFAE-ED9E-CF47-84AA-43AC9CFE44A6}" destId="{A1EBD14A-7E0D-F643-8200-41FAC6B02811}" srcOrd="0" destOrd="0" presId="urn:microsoft.com/office/officeart/2008/layout/LinedList"/>
    <dgm:cxn modelId="{F437A4A8-CDDE-734F-9365-CB76A84255C6}" type="presParOf" srcId="{E1A5BFAE-ED9E-CF47-84AA-43AC9CFE44A6}" destId="{4B63D84D-B788-1842-939A-5084AC3391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162E76-6754-4F25-9509-8CA8B76BFF2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AEF119-471E-4155-B6B6-FA11C352F12C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Develop a reliable and interpretable AI model that predicts Alzheimer’s Disease risk using patient health and cognitive data.</a:t>
          </a:r>
          <a:endParaRPr lang="en-US"/>
        </a:p>
      </dgm:t>
    </dgm:pt>
    <dgm:pt modelId="{03E4461E-231E-4960-8EBA-B6C79459A8FE}" type="parTrans" cxnId="{8F2C348E-1344-4481-8C2A-E4F48AAC5211}">
      <dgm:prSet/>
      <dgm:spPr/>
      <dgm:t>
        <a:bodyPr/>
        <a:lstStyle/>
        <a:p>
          <a:endParaRPr lang="en-US"/>
        </a:p>
      </dgm:t>
    </dgm:pt>
    <dgm:pt modelId="{383290F7-3047-4615-B68E-ECFE8D4E7911}" type="sibTrans" cxnId="{8F2C348E-1344-4481-8C2A-E4F48AAC5211}">
      <dgm:prSet/>
      <dgm:spPr/>
      <dgm:t>
        <a:bodyPr/>
        <a:lstStyle/>
        <a:p>
          <a:endParaRPr lang="en-US"/>
        </a:p>
      </dgm:t>
    </dgm:pt>
    <dgm:pt modelId="{5887D5D8-8FDD-4C6A-B21B-EB7F3F2844F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Support early detection and improve clinical decision‑making.</a:t>
          </a:r>
          <a:endParaRPr lang="en-US"/>
        </a:p>
      </dgm:t>
    </dgm:pt>
    <dgm:pt modelId="{BB17D189-F118-4EE2-BD34-BA2769BE740B}" type="parTrans" cxnId="{614DE091-CAAC-4B42-9B69-4A71B07A5F2C}">
      <dgm:prSet/>
      <dgm:spPr/>
      <dgm:t>
        <a:bodyPr/>
        <a:lstStyle/>
        <a:p>
          <a:endParaRPr lang="en-US"/>
        </a:p>
      </dgm:t>
    </dgm:pt>
    <dgm:pt modelId="{BD9E1F20-BC75-4464-A8BA-730C162450A2}" type="sibTrans" cxnId="{614DE091-CAAC-4B42-9B69-4A71B07A5F2C}">
      <dgm:prSet/>
      <dgm:spPr/>
      <dgm:t>
        <a:bodyPr/>
        <a:lstStyle/>
        <a:p>
          <a:endParaRPr lang="en-US"/>
        </a:p>
      </dgm:t>
    </dgm:pt>
    <dgm:pt modelId="{236DA7BD-90C1-483A-9138-7F75D8607E82}" type="pres">
      <dgm:prSet presAssocID="{7E162E76-6754-4F25-9509-8CA8B76BFF28}" presName="root" presStyleCnt="0">
        <dgm:presLayoutVars>
          <dgm:dir/>
          <dgm:resizeHandles val="exact"/>
        </dgm:presLayoutVars>
      </dgm:prSet>
      <dgm:spPr/>
    </dgm:pt>
    <dgm:pt modelId="{C3885C9C-1D05-4371-BDBA-444D1143A600}" type="pres">
      <dgm:prSet presAssocID="{11AEF119-471E-4155-B6B6-FA11C352F12C}" presName="compNode" presStyleCnt="0"/>
      <dgm:spPr/>
    </dgm:pt>
    <dgm:pt modelId="{202C7DFC-9F14-4809-BDDD-656F6246BEA8}" type="pres">
      <dgm:prSet presAssocID="{11AEF119-471E-4155-B6B6-FA11C352F12C}" presName="bgRect" presStyleLbl="bgShp" presStyleIdx="0" presStyleCnt="2"/>
      <dgm:spPr/>
    </dgm:pt>
    <dgm:pt modelId="{5C3672B9-D674-40BA-9330-6038184E6760}" type="pres">
      <dgm:prSet presAssocID="{11AEF119-471E-4155-B6B6-FA11C352F12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264FB30-0840-4E16-AEF8-B61FA3D9C5C8}" type="pres">
      <dgm:prSet presAssocID="{11AEF119-471E-4155-B6B6-FA11C352F12C}" presName="spaceRect" presStyleCnt="0"/>
      <dgm:spPr/>
    </dgm:pt>
    <dgm:pt modelId="{2301CA23-BFAF-43D9-A1DE-D42EA4765437}" type="pres">
      <dgm:prSet presAssocID="{11AEF119-471E-4155-B6B6-FA11C352F12C}" presName="parTx" presStyleLbl="revTx" presStyleIdx="0" presStyleCnt="2">
        <dgm:presLayoutVars>
          <dgm:chMax val="0"/>
          <dgm:chPref val="0"/>
        </dgm:presLayoutVars>
      </dgm:prSet>
      <dgm:spPr/>
    </dgm:pt>
    <dgm:pt modelId="{4DFFEFE7-8AF5-4489-A53A-164F777438CE}" type="pres">
      <dgm:prSet presAssocID="{383290F7-3047-4615-B68E-ECFE8D4E7911}" presName="sibTrans" presStyleCnt="0"/>
      <dgm:spPr/>
    </dgm:pt>
    <dgm:pt modelId="{F70B980D-E1B8-47D0-916F-CD0B36525BD4}" type="pres">
      <dgm:prSet presAssocID="{5887D5D8-8FDD-4C6A-B21B-EB7F3F2844F7}" presName="compNode" presStyleCnt="0"/>
      <dgm:spPr/>
    </dgm:pt>
    <dgm:pt modelId="{CC4E0DA0-49D7-495F-BD68-4A1D0080D212}" type="pres">
      <dgm:prSet presAssocID="{5887D5D8-8FDD-4C6A-B21B-EB7F3F2844F7}" presName="bgRect" presStyleLbl="bgShp" presStyleIdx="1" presStyleCnt="2"/>
      <dgm:spPr/>
    </dgm:pt>
    <dgm:pt modelId="{3C40E0CE-964A-4106-84E2-985A684B158F}" type="pres">
      <dgm:prSet presAssocID="{5887D5D8-8FDD-4C6A-B21B-EB7F3F2844F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25C14B7-8540-4A7B-8A1E-B62B7C3B6428}" type="pres">
      <dgm:prSet presAssocID="{5887D5D8-8FDD-4C6A-B21B-EB7F3F2844F7}" presName="spaceRect" presStyleCnt="0"/>
      <dgm:spPr/>
    </dgm:pt>
    <dgm:pt modelId="{21ED12F6-46AA-46D0-8581-D3D27D4DB749}" type="pres">
      <dgm:prSet presAssocID="{5887D5D8-8FDD-4C6A-B21B-EB7F3F2844F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814D755-52FD-41E8-8099-038305901030}" type="presOf" srcId="{5887D5D8-8FDD-4C6A-B21B-EB7F3F2844F7}" destId="{21ED12F6-46AA-46D0-8581-D3D27D4DB749}" srcOrd="0" destOrd="0" presId="urn:microsoft.com/office/officeart/2018/2/layout/IconVerticalSolidList"/>
    <dgm:cxn modelId="{8F2C348E-1344-4481-8C2A-E4F48AAC5211}" srcId="{7E162E76-6754-4F25-9509-8CA8B76BFF28}" destId="{11AEF119-471E-4155-B6B6-FA11C352F12C}" srcOrd="0" destOrd="0" parTransId="{03E4461E-231E-4960-8EBA-B6C79459A8FE}" sibTransId="{383290F7-3047-4615-B68E-ECFE8D4E7911}"/>
    <dgm:cxn modelId="{614DE091-CAAC-4B42-9B69-4A71B07A5F2C}" srcId="{7E162E76-6754-4F25-9509-8CA8B76BFF28}" destId="{5887D5D8-8FDD-4C6A-B21B-EB7F3F2844F7}" srcOrd="1" destOrd="0" parTransId="{BB17D189-F118-4EE2-BD34-BA2769BE740B}" sibTransId="{BD9E1F20-BC75-4464-A8BA-730C162450A2}"/>
    <dgm:cxn modelId="{93FAD49D-7439-4A92-A02C-5B7AE40F15E6}" type="presOf" srcId="{7E162E76-6754-4F25-9509-8CA8B76BFF28}" destId="{236DA7BD-90C1-483A-9138-7F75D8607E82}" srcOrd="0" destOrd="0" presId="urn:microsoft.com/office/officeart/2018/2/layout/IconVerticalSolidList"/>
    <dgm:cxn modelId="{40C705A6-F1B5-47AE-B345-F1A02A7C7053}" type="presOf" srcId="{11AEF119-471E-4155-B6B6-FA11C352F12C}" destId="{2301CA23-BFAF-43D9-A1DE-D42EA4765437}" srcOrd="0" destOrd="0" presId="urn:microsoft.com/office/officeart/2018/2/layout/IconVerticalSolidList"/>
    <dgm:cxn modelId="{02613E67-3784-4AC4-AAF9-CA0751F91E8E}" type="presParOf" srcId="{236DA7BD-90C1-483A-9138-7F75D8607E82}" destId="{C3885C9C-1D05-4371-BDBA-444D1143A600}" srcOrd="0" destOrd="0" presId="urn:microsoft.com/office/officeart/2018/2/layout/IconVerticalSolidList"/>
    <dgm:cxn modelId="{BD0DC724-4F89-402F-82A4-F321B52E6B9E}" type="presParOf" srcId="{C3885C9C-1D05-4371-BDBA-444D1143A600}" destId="{202C7DFC-9F14-4809-BDDD-656F6246BEA8}" srcOrd="0" destOrd="0" presId="urn:microsoft.com/office/officeart/2018/2/layout/IconVerticalSolidList"/>
    <dgm:cxn modelId="{B4850B86-306B-459F-B001-84C6589A345D}" type="presParOf" srcId="{C3885C9C-1D05-4371-BDBA-444D1143A600}" destId="{5C3672B9-D674-40BA-9330-6038184E6760}" srcOrd="1" destOrd="0" presId="urn:microsoft.com/office/officeart/2018/2/layout/IconVerticalSolidList"/>
    <dgm:cxn modelId="{A45F4EE6-7B0B-4FAF-8EB4-D3CB09BE4BAB}" type="presParOf" srcId="{C3885C9C-1D05-4371-BDBA-444D1143A600}" destId="{4264FB30-0840-4E16-AEF8-B61FA3D9C5C8}" srcOrd="2" destOrd="0" presId="urn:microsoft.com/office/officeart/2018/2/layout/IconVerticalSolidList"/>
    <dgm:cxn modelId="{EBFBC1E1-1635-4CCD-9AD6-F1DD20FDB786}" type="presParOf" srcId="{C3885C9C-1D05-4371-BDBA-444D1143A600}" destId="{2301CA23-BFAF-43D9-A1DE-D42EA4765437}" srcOrd="3" destOrd="0" presId="urn:microsoft.com/office/officeart/2018/2/layout/IconVerticalSolidList"/>
    <dgm:cxn modelId="{458CB35D-A2DD-4ECC-B77A-8A1624B7B7FE}" type="presParOf" srcId="{236DA7BD-90C1-483A-9138-7F75D8607E82}" destId="{4DFFEFE7-8AF5-4489-A53A-164F777438CE}" srcOrd="1" destOrd="0" presId="urn:microsoft.com/office/officeart/2018/2/layout/IconVerticalSolidList"/>
    <dgm:cxn modelId="{F9034EEB-7CEA-4C37-9B7D-C9E12CC9FE57}" type="presParOf" srcId="{236DA7BD-90C1-483A-9138-7F75D8607E82}" destId="{F70B980D-E1B8-47D0-916F-CD0B36525BD4}" srcOrd="2" destOrd="0" presId="urn:microsoft.com/office/officeart/2018/2/layout/IconVerticalSolidList"/>
    <dgm:cxn modelId="{7ED26103-7F50-4F92-9DCE-EE2F5E798036}" type="presParOf" srcId="{F70B980D-E1B8-47D0-916F-CD0B36525BD4}" destId="{CC4E0DA0-49D7-495F-BD68-4A1D0080D212}" srcOrd="0" destOrd="0" presId="urn:microsoft.com/office/officeart/2018/2/layout/IconVerticalSolidList"/>
    <dgm:cxn modelId="{22E93AD5-B1B3-459A-8647-CD97DC7B23E5}" type="presParOf" srcId="{F70B980D-E1B8-47D0-916F-CD0B36525BD4}" destId="{3C40E0CE-964A-4106-84E2-985A684B158F}" srcOrd="1" destOrd="0" presId="urn:microsoft.com/office/officeart/2018/2/layout/IconVerticalSolidList"/>
    <dgm:cxn modelId="{1A4E0E5B-6D48-4496-8124-79DC4B79B337}" type="presParOf" srcId="{F70B980D-E1B8-47D0-916F-CD0B36525BD4}" destId="{125C14B7-8540-4A7B-8A1E-B62B7C3B6428}" srcOrd="2" destOrd="0" presId="urn:microsoft.com/office/officeart/2018/2/layout/IconVerticalSolidList"/>
    <dgm:cxn modelId="{0770EACD-99AC-4EFD-A564-8CD13249F32E}" type="presParOf" srcId="{F70B980D-E1B8-47D0-916F-CD0B36525BD4}" destId="{21ED12F6-46AA-46D0-8581-D3D27D4DB7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F21618-178A-4361-8FFE-FEC8474A914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FE35AA-5F71-49F0-9624-3A19D2410AE6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• Build a machine learning model with at least 80% accuracy.</a:t>
          </a:r>
          <a:endParaRPr lang="en-US"/>
        </a:p>
      </dgm:t>
    </dgm:pt>
    <dgm:pt modelId="{CAA2DC1B-2C40-43C1-AF33-3B25B4B834E2}" type="parTrans" cxnId="{17235A35-E8EB-46AF-8B2C-3BD7F899D880}">
      <dgm:prSet/>
      <dgm:spPr/>
      <dgm:t>
        <a:bodyPr/>
        <a:lstStyle/>
        <a:p>
          <a:endParaRPr lang="en-US"/>
        </a:p>
      </dgm:t>
    </dgm:pt>
    <dgm:pt modelId="{CD414DC4-0567-4705-818C-66C4EE74EAE5}" type="sibTrans" cxnId="{17235A35-E8EB-46AF-8B2C-3BD7F899D880}">
      <dgm:prSet/>
      <dgm:spPr/>
      <dgm:t>
        <a:bodyPr/>
        <a:lstStyle/>
        <a:p>
          <a:endParaRPr lang="en-US"/>
        </a:p>
      </dgm:t>
    </dgm:pt>
    <dgm:pt modelId="{33DE7DD1-30EA-4B32-9040-0A183F6E473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• Identify key risk factors using feature importance.</a:t>
          </a:r>
          <a:endParaRPr lang="en-US"/>
        </a:p>
      </dgm:t>
    </dgm:pt>
    <dgm:pt modelId="{E65EFA75-F340-42A8-BAF1-4C6ED0574C23}" type="parTrans" cxnId="{0DB49EBC-FF52-4295-9D92-A246F81BD77C}">
      <dgm:prSet/>
      <dgm:spPr/>
      <dgm:t>
        <a:bodyPr/>
        <a:lstStyle/>
        <a:p>
          <a:endParaRPr lang="en-US"/>
        </a:p>
      </dgm:t>
    </dgm:pt>
    <dgm:pt modelId="{F6F0B5C1-1187-4F99-A054-0E47CBB8F9FB}" type="sibTrans" cxnId="{0DB49EBC-FF52-4295-9D92-A246F81BD77C}">
      <dgm:prSet/>
      <dgm:spPr/>
      <dgm:t>
        <a:bodyPr/>
        <a:lstStyle/>
        <a:p>
          <a:endParaRPr lang="en-US"/>
        </a:p>
      </dgm:t>
    </dgm:pt>
    <dgm:pt modelId="{56FB5FDF-DE18-42E1-81A6-11E80079CC6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• Evaluate models using Accuracy, Precision, Recall, F1‑Score, ROC‑AUC.</a:t>
          </a:r>
          <a:endParaRPr lang="en-US"/>
        </a:p>
      </dgm:t>
    </dgm:pt>
    <dgm:pt modelId="{7EB60A24-0634-495F-9ED5-99FFB5E290E6}" type="parTrans" cxnId="{4B4F396C-18E0-4D1D-B038-4E56C61784AD}">
      <dgm:prSet/>
      <dgm:spPr/>
      <dgm:t>
        <a:bodyPr/>
        <a:lstStyle/>
        <a:p>
          <a:endParaRPr lang="en-US"/>
        </a:p>
      </dgm:t>
    </dgm:pt>
    <dgm:pt modelId="{781D036A-5F21-4065-B940-F22461998C49}" type="sibTrans" cxnId="{4B4F396C-18E0-4D1D-B038-4E56C61784AD}">
      <dgm:prSet/>
      <dgm:spPr/>
      <dgm:t>
        <a:bodyPr/>
        <a:lstStyle/>
        <a:p>
          <a:endParaRPr lang="en-US"/>
        </a:p>
      </dgm:t>
    </dgm:pt>
    <dgm:pt modelId="{DB6E1F77-D7A8-4FDA-8F53-223CB77E21D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• Ensure model interpretability.</a:t>
          </a:r>
          <a:endParaRPr lang="en-US"/>
        </a:p>
      </dgm:t>
    </dgm:pt>
    <dgm:pt modelId="{1A0EE48A-56A2-49DD-BD51-3780E50BB128}" type="parTrans" cxnId="{34FE2945-8C38-49E2-AE4C-BF9CE761AB53}">
      <dgm:prSet/>
      <dgm:spPr/>
      <dgm:t>
        <a:bodyPr/>
        <a:lstStyle/>
        <a:p>
          <a:endParaRPr lang="en-US"/>
        </a:p>
      </dgm:t>
    </dgm:pt>
    <dgm:pt modelId="{1C94D53E-BFC5-496B-BA4C-6EC15FBCBA0B}" type="sibTrans" cxnId="{34FE2945-8C38-49E2-AE4C-BF9CE761AB53}">
      <dgm:prSet/>
      <dgm:spPr/>
      <dgm:t>
        <a:bodyPr/>
        <a:lstStyle/>
        <a:p>
          <a:endParaRPr lang="en-US"/>
        </a:p>
      </dgm:t>
    </dgm:pt>
    <dgm:pt modelId="{DD4B2A86-A068-4A05-A563-7E6F63BB1CE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• Align predictions with clinical indicators like MMSE and ADL.</a:t>
          </a:r>
          <a:endParaRPr lang="en-US"/>
        </a:p>
      </dgm:t>
    </dgm:pt>
    <dgm:pt modelId="{F5D90E70-44D4-4A87-8EA2-2B328C358CE1}" type="parTrans" cxnId="{327A4EA2-9165-4E4B-82ED-50928CA54119}">
      <dgm:prSet/>
      <dgm:spPr/>
      <dgm:t>
        <a:bodyPr/>
        <a:lstStyle/>
        <a:p>
          <a:endParaRPr lang="en-US"/>
        </a:p>
      </dgm:t>
    </dgm:pt>
    <dgm:pt modelId="{AC0B8F58-38CA-428A-B209-89F7543C7844}" type="sibTrans" cxnId="{327A4EA2-9165-4E4B-82ED-50928CA54119}">
      <dgm:prSet/>
      <dgm:spPr/>
      <dgm:t>
        <a:bodyPr/>
        <a:lstStyle/>
        <a:p>
          <a:endParaRPr lang="en-US"/>
        </a:p>
      </dgm:t>
    </dgm:pt>
    <dgm:pt modelId="{0BD14BF9-44A6-44B4-9076-50B2B088AEFC}" type="pres">
      <dgm:prSet presAssocID="{FCF21618-178A-4361-8FFE-FEC8474A9146}" presName="root" presStyleCnt="0">
        <dgm:presLayoutVars>
          <dgm:dir/>
          <dgm:resizeHandles val="exact"/>
        </dgm:presLayoutVars>
      </dgm:prSet>
      <dgm:spPr/>
    </dgm:pt>
    <dgm:pt modelId="{F78FD086-FA4C-4F83-A744-99C1772A0BCF}" type="pres">
      <dgm:prSet presAssocID="{17FE35AA-5F71-49F0-9624-3A19D2410AE6}" presName="compNode" presStyleCnt="0"/>
      <dgm:spPr/>
    </dgm:pt>
    <dgm:pt modelId="{DDE56130-BEB7-405B-BC14-F617258B87AB}" type="pres">
      <dgm:prSet presAssocID="{17FE35AA-5F71-49F0-9624-3A19D2410AE6}" presName="bgRect" presStyleLbl="bgShp" presStyleIdx="0" presStyleCnt="5"/>
      <dgm:spPr/>
    </dgm:pt>
    <dgm:pt modelId="{70445F1C-BFA9-4833-9546-52FB02F3DC9B}" type="pres">
      <dgm:prSet presAssocID="{17FE35AA-5F71-49F0-9624-3A19D2410AE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B2DCB3E4-2D18-450A-887B-62FC78EC01C5}" type="pres">
      <dgm:prSet presAssocID="{17FE35AA-5F71-49F0-9624-3A19D2410AE6}" presName="spaceRect" presStyleCnt="0"/>
      <dgm:spPr/>
    </dgm:pt>
    <dgm:pt modelId="{1E4E9BC2-BF94-4A08-97C1-49291A556587}" type="pres">
      <dgm:prSet presAssocID="{17FE35AA-5F71-49F0-9624-3A19D2410AE6}" presName="parTx" presStyleLbl="revTx" presStyleIdx="0" presStyleCnt="5">
        <dgm:presLayoutVars>
          <dgm:chMax val="0"/>
          <dgm:chPref val="0"/>
        </dgm:presLayoutVars>
      </dgm:prSet>
      <dgm:spPr/>
    </dgm:pt>
    <dgm:pt modelId="{28281BC1-BF35-42D5-8833-51BB22BFD896}" type="pres">
      <dgm:prSet presAssocID="{CD414DC4-0567-4705-818C-66C4EE74EAE5}" presName="sibTrans" presStyleCnt="0"/>
      <dgm:spPr/>
    </dgm:pt>
    <dgm:pt modelId="{96EE3E1F-360C-4472-BC9F-7AB09319A4F5}" type="pres">
      <dgm:prSet presAssocID="{33DE7DD1-30EA-4B32-9040-0A183F6E4730}" presName="compNode" presStyleCnt="0"/>
      <dgm:spPr/>
    </dgm:pt>
    <dgm:pt modelId="{14BF0B15-99FE-4ADE-85F8-9EB5A5597212}" type="pres">
      <dgm:prSet presAssocID="{33DE7DD1-30EA-4B32-9040-0A183F6E4730}" presName="bgRect" presStyleLbl="bgShp" presStyleIdx="1" presStyleCnt="5"/>
      <dgm:spPr/>
    </dgm:pt>
    <dgm:pt modelId="{ED22E783-0CDE-4B25-867C-34A6A39CCA8D}" type="pres">
      <dgm:prSet presAssocID="{33DE7DD1-30EA-4B32-9040-0A183F6E473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6863892-E1CB-43E3-B30B-C1107042866A}" type="pres">
      <dgm:prSet presAssocID="{33DE7DD1-30EA-4B32-9040-0A183F6E4730}" presName="spaceRect" presStyleCnt="0"/>
      <dgm:spPr/>
    </dgm:pt>
    <dgm:pt modelId="{18E53CC7-053C-4418-81AB-2A86D9CB80C2}" type="pres">
      <dgm:prSet presAssocID="{33DE7DD1-30EA-4B32-9040-0A183F6E4730}" presName="parTx" presStyleLbl="revTx" presStyleIdx="1" presStyleCnt="5">
        <dgm:presLayoutVars>
          <dgm:chMax val="0"/>
          <dgm:chPref val="0"/>
        </dgm:presLayoutVars>
      </dgm:prSet>
      <dgm:spPr/>
    </dgm:pt>
    <dgm:pt modelId="{5D7A723E-A0B6-415C-9E93-77151137EBCF}" type="pres">
      <dgm:prSet presAssocID="{F6F0B5C1-1187-4F99-A054-0E47CBB8F9FB}" presName="sibTrans" presStyleCnt="0"/>
      <dgm:spPr/>
    </dgm:pt>
    <dgm:pt modelId="{CA1225DC-4A5C-4B1B-8FFD-2F5755C22BEC}" type="pres">
      <dgm:prSet presAssocID="{56FB5FDF-DE18-42E1-81A6-11E80079CC6D}" presName="compNode" presStyleCnt="0"/>
      <dgm:spPr/>
    </dgm:pt>
    <dgm:pt modelId="{DA59831B-FCD6-4147-852E-C333C0C558C2}" type="pres">
      <dgm:prSet presAssocID="{56FB5FDF-DE18-42E1-81A6-11E80079CC6D}" presName="bgRect" presStyleLbl="bgShp" presStyleIdx="2" presStyleCnt="5"/>
      <dgm:spPr/>
    </dgm:pt>
    <dgm:pt modelId="{ED34FD63-53D3-4C5F-8119-72F8C3B2CAA3}" type="pres">
      <dgm:prSet presAssocID="{56FB5FDF-DE18-42E1-81A6-11E80079CC6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C3CC95E-C49A-4137-AEB2-C2FE8856A43B}" type="pres">
      <dgm:prSet presAssocID="{56FB5FDF-DE18-42E1-81A6-11E80079CC6D}" presName="spaceRect" presStyleCnt="0"/>
      <dgm:spPr/>
    </dgm:pt>
    <dgm:pt modelId="{98AC29E7-32EB-4B0A-8D49-B04B23061934}" type="pres">
      <dgm:prSet presAssocID="{56FB5FDF-DE18-42E1-81A6-11E80079CC6D}" presName="parTx" presStyleLbl="revTx" presStyleIdx="2" presStyleCnt="5">
        <dgm:presLayoutVars>
          <dgm:chMax val="0"/>
          <dgm:chPref val="0"/>
        </dgm:presLayoutVars>
      </dgm:prSet>
      <dgm:spPr/>
    </dgm:pt>
    <dgm:pt modelId="{F305106F-C13B-4196-A9A5-F1DF2B8061F4}" type="pres">
      <dgm:prSet presAssocID="{781D036A-5F21-4065-B940-F22461998C49}" presName="sibTrans" presStyleCnt="0"/>
      <dgm:spPr/>
    </dgm:pt>
    <dgm:pt modelId="{CE71DC0C-DCB1-46C8-83FC-CB19E061D0C0}" type="pres">
      <dgm:prSet presAssocID="{DB6E1F77-D7A8-4FDA-8F53-223CB77E21D2}" presName="compNode" presStyleCnt="0"/>
      <dgm:spPr/>
    </dgm:pt>
    <dgm:pt modelId="{7CF41440-CFE1-4E7F-8D86-5CECF78708FA}" type="pres">
      <dgm:prSet presAssocID="{DB6E1F77-D7A8-4FDA-8F53-223CB77E21D2}" presName="bgRect" presStyleLbl="bgShp" presStyleIdx="3" presStyleCnt="5"/>
      <dgm:spPr/>
    </dgm:pt>
    <dgm:pt modelId="{D3BFE979-14DA-474B-AE1C-8A4B4539C37E}" type="pres">
      <dgm:prSet presAssocID="{DB6E1F77-D7A8-4FDA-8F53-223CB77E21D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07BF650-01D5-4401-BE3C-D59241823FBB}" type="pres">
      <dgm:prSet presAssocID="{DB6E1F77-D7A8-4FDA-8F53-223CB77E21D2}" presName="spaceRect" presStyleCnt="0"/>
      <dgm:spPr/>
    </dgm:pt>
    <dgm:pt modelId="{9324232B-B215-4DD6-8F2C-E2F4731A9AA0}" type="pres">
      <dgm:prSet presAssocID="{DB6E1F77-D7A8-4FDA-8F53-223CB77E21D2}" presName="parTx" presStyleLbl="revTx" presStyleIdx="3" presStyleCnt="5">
        <dgm:presLayoutVars>
          <dgm:chMax val="0"/>
          <dgm:chPref val="0"/>
        </dgm:presLayoutVars>
      </dgm:prSet>
      <dgm:spPr/>
    </dgm:pt>
    <dgm:pt modelId="{6F218CC2-FAA3-44BE-9423-E0039E8BD5C0}" type="pres">
      <dgm:prSet presAssocID="{1C94D53E-BFC5-496B-BA4C-6EC15FBCBA0B}" presName="sibTrans" presStyleCnt="0"/>
      <dgm:spPr/>
    </dgm:pt>
    <dgm:pt modelId="{FDFA10EC-CE45-4650-B601-42DA16E35E5A}" type="pres">
      <dgm:prSet presAssocID="{DD4B2A86-A068-4A05-A563-7E6F63BB1CEA}" presName="compNode" presStyleCnt="0"/>
      <dgm:spPr/>
    </dgm:pt>
    <dgm:pt modelId="{74213AD4-BE4B-49DC-B6F2-F37AF39CADCE}" type="pres">
      <dgm:prSet presAssocID="{DD4B2A86-A068-4A05-A563-7E6F63BB1CEA}" presName="bgRect" presStyleLbl="bgShp" presStyleIdx="4" presStyleCnt="5"/>
      <dgm:spPr/>
    </dgm:pt>
    <dgm:pt modelId="{F2D90C24-216F-4F2F-92C9-65E06CEA8108}" type="pres">
      <dgm:prSet presAssocID="{DD4B2A86-A068-4A05-A563-7E6F63BB1CE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783D342-C7B4-4A3B-B7DA-A4BE54346BD7}" type="pres">
      <dgm:prSet presAssocID="{DD4B2A86-A068-4A05-A563-7E6F63BB1CEA}" presName="spaceRect" presStyleCnt="0"/>
      <dgm:spPr/>
    </dgm:pt>
    <dgm:pt modelId="{EFB0B809-6F28-45E8-8301-8B02300227A0}" type="pres">
      <dgm:prSet presAssocID="{DD4B2A86-A068-4A05-A563-7E6F63BB1CE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2C94525-0AE1-48D2-863A-ECAB3735319E}" type="presOf" srcId="{DD4B2A86-A068-4A05-A563-7E6F63BB1CEA}" destId="{EFB0B809-6F28-45E8-8301-8B02300227A0}" srcOrd="0" destOrd="0" presId="urn:microsoft.com/office/officeart/2018/2/layout/IconVerticalSolidList"/>
    <dgm:cxn modelId="{6C615E28-EA60-4E60-8F89-D1D94B5AB435}" type="presOf" srcId="{DB6E1F77-D7A8-4FDA-8F53-223CB77E21D2}" destId="{9324232B-B215-4DD6-8F2C-E2F4731A9AA0}" srcOrd="0" destOrd="0" presId="urn:microsoft.com/office/officeart/2018/2/layout/IconVerticalSolidList"/>
    <dgm:cxn modelId="{17235A35-E8EB-46AF-8B2C-3BD7F899D880}" srcId="{FCF21618-178A-4361-8FFE-FEC8474A9146}" destId="{17FE35AA-5F71-49F0-9624-3A19D2410AE6}" srcOrd="0" destOrd="0" parTransId="{CAA2DC1B-2C40-43C1-AF33-3B25B4B834E2}" sibTransId="{CD414DC4-0567-4705-818C-66C4EE74EAE5}"/>
    <dgm:cxn modelId="{34FE2945-8C38-49E2-AE4C-BF9CE761AB53}" srcId="{FCF21618-178A-4361-8FFE-FEC8474A9146}" destId="{DB6E1F77-D7A8-4FDA-8F53-223CB77E21D2}" srcOrd="3" destOrd="0" parTransId="{1A0EE48A-56A2-49DD-BD51-3780E50BB128}" sibTransId="{1C94D53E-BFC5-496B-BA4C-6EC15FBCBA0B}"/>
    <dgm:cxn modelId="{74834F58-4AD4-44FD-AA1B-B66F8B03F37B}" type="presOf" srcId="{FCF21618-178A-4361-8FFE-FEC8474A9146}" destId="{0BD14BF9-44A6-44B4-9076-50B2B088AEFC}" srcOrd="0" destOrd="0" presId="urn:microsoft.com/office/officeart/2018/2/layout/IconVerticalSolidList"/>
    <dgm:cxn modelId="{0CAADC5C-D9BC-4157-9AC6-499F56049B57}" type="presOf" srcId="{56FB5FDF-DE18-42E1-81A6-11E80079CC6D}" destId="{98AC29E7-32EB-4B0A-8D49-B04B23061934}" srcOrd="0" destOrd="0" presId="urn:microsoft.com/office/officeart/2018/2/layout/IconVerticalSolidList"/>
    <dgm:cxn modelId="{4B4F396C-18E0-4D1D-B038-4E56C61784AD}" srcId="{FCF21618-178A-4361-8FFE-FEC8474A9146}" destId="{56FB5FDF-DE18-42E1-81A6-11E80079CC6D}" srcOrd="2" destOrd="0" parTransId="{7EB60A24-0634-495F-9ED5-99FFB5E290E6}" sibTransId="{781D036A-5F21-4065-B940-F22461998C49}"/>
    <dgm:cxn modelId="{C7941792-5203-475E-BB18-248DAF19CDBA}" type="presOf" srcId="{17FE35AA-5F71-49F0-9624-3A19D2410AE6}" destId="{1E4E9BC2-BF94-4A08-97C1-49291A556587}" srcOrd="0" destOrd="0" presId="urn:microsoft.com/office/officeart/2018/2/layout/IconVerticalSolidList"/>
    <dgm:cxn modelId="{327A4EA2-9165-4E4B-82ED-50928CA54119}" srcId="{FCF21618-178A-4361-8FFE-FEC8474A9146}" destId="{DD4B2A86-A068-4A05-A563-7E6F63BB1CEA}" srcOrd="4" destOrd="0" parTransId="{F5D90E70-44D4-4A87-8EA2-2B328C358CE1}" sibTransId="{AC0B8F58-38CA-428A-B209-89F7543C7844}"/>
    <dgm:cxn modelId="{0DB49EBC-FF52-4295-9D92-A246F81BD77C}" srcId="{FCF21618-178A-4361-8FFE-FEC8474A9146}" destId="{33DE7DD1-30EA-4B32-9040-0A183F6E4730}" srcOrd="1" destOrd="0" parTransId="{E65EFA75-F340-42A8-BAF1-4C6ED0574C23}" sibTransId="{F6F0B5C1-1187-4F99-A054-0E47CBB8F9FB}"/>
    <dgm:cxn modelId="{C991DEE0-ECEA-4F53-B0A3-A15F944553AC}" type="presOf" srcId="{33DE7DD1-30EA-4B32-9040-0A183F6E4730}" destId="{18E53CC7-053C-4418-81AB-2A86D9CB80C2}" srcOrd="0" destOrd="0" presId="urn:microsoft.com/office/officeart/2018/2/layout/IconVerticalSolidList"/>
    <dgm:cxn modelId="{A53728AB-8A64-4253-A98E-3FBF54F918E3}" type="presParOf" srcId="{0BD14BF9-44A6-44B4-9076-50B2B088AEFC}" destId="{F78FD086-FA4C-4F83-A744-99C1772A0BCF}" srcOrd="0" destOrd="0" presId="urn:microsoft.com/office/officeart/2018/2/layout/IconVerticalSolidList"/>
    <dgm:cxn modelId="{887443F7-5A9F-476D-8334-5EF4E24D5DD1}" type="presParOf" srcId="{F78FD086-FA4C-4F83-A744-99C1772A0BCF}" destId="{DDE56130-BEB7-405B-BC14-F617258B87AB}" srcOrd="0" destOrd="0" presId="urn:microsoft.com/office/officeart/2018/2/layout/IconVerticalSolidList"/>
    <dgm:cxn modelId="{D16075CA-DEFD-4465-8E31-948ED0D0035E}" type="presParOf" srcId="{F78FD086-FA4C-4F83-A744-99C1772A0BCF}" destId="{70445F1C-BFA9-4833-9546-52FB02F3DC9B}" srcOrd="1" destOrd="0" presId="urn:microsoft.com/office/officeart/2018/2/layout/IconVerticalSolidList"/>
    <dgm:cxn modelId="{58FF87BA-E955-454D-823C-6839DD761F98}" type="presParOf" srcId="{F78FD086-FA4C-4F83-A744-99C1772A0BCF}" destId="{B2DCB3E4-2D18-450A-887B-62FC78EC01C5}" srcOrd="2" destOrd="0" presId="urn:microsoft.com/office/officeart/2018/2/layout/IconVerticalSolidList"/>
    <dgm:cxn modelId="{FBE7E664-E36D-4B63-B796-7E171DBE47B6}" type="presParOf" srcId="{F78FD086-FA4C-4F83-A744-99C1772A0BCF}" destId="{1E4E9BC2-BF94-4A08-97C1-49291A556587}" srcOrd="3" destOrd="0" presId="urn:microsoft.com/office/officeart/2018/2/layout/IconVerticalSolidList"/>
    <dgm:cxn modelId="{F2C1C10B-3030-464D-8051-01095998C3DC}" type="presParOf" srcId="{0BD14BF9-44A6-44B4-9076-50B2B088AEFC}" destId="{28281BC1-BF35-42D5-8833-51BB22BFD896}" srcOrd="1" destOrd="0" presId="urn:microsoft.com/office/officeart/2018/2/layout/IconVerticalSolidList"/>
    <dgm:cxn modelId="{CD93CDD4-5B83-41EE-8310-A751D3A8209C}" type="presParOf" srcId="{0BD14BF9-44A6-44B4-9076-50B2B088AEFC}" destId="{96EE3E1F-360C-4472-BC9F-7AB09319A4F5}" srcOrd="2" destOrd="0" presId="urn:microsoft.com/office/officeart/2018/2/layout/IconVerticalSolidList"/>
    <dgm:cxn modelId="{DE62D75F-F3BF-4B83-8A53-33F46024D7E9}" type="presParOf" srcId="{96EE3E1F-360C-4472-BC9F-7AB09319A4F5}" destId="{14BF0B15-99FE-4ADE-85F8-9EB5A5597212}" srcOrd="0" destOrd="0" presId="urn:microsoft.com/office/officeart/2018/2/layout/IconVerticalSolidList"/>
    <dgm:cxn modelId="{76BE7ACF-7DFE-457C-B29B-945BF061A3E2}" type="presParOf" srcId="{96EE3E1F-360C-4472-BC9F-7AB09319A4F5}" destId="{ED22E783-0CDE-4B25-867C-34A6A39CCA8D}" srcOrd="1" destOrd="0" presId="urn:microsoft.com/office/officeart/2018/2/layout/IconVerticalSolidList"/>
    <dgm:cxn modelId="{63C201D5-A1B0-40F3-9D4F-5FA75F1E1402}" type="presParOf" srcId="{96EE3E1F-360C-4472-BC9F-7AB09319A4F5}" destId="{26863892-E1CB-43E3-B30B-C1107042866A}" srcOrd="2" destOrd="0" presId="urn:microsoft.com/office/officeart/2018/2/layout/IconVerticalSolidList"/>
    <dgm:cxn modelId="{7C0761D5-CD44-4C9A-B815-185FEDA87D37}" type="presParOf" srcId="{96EE3E1F-360C-4472-BC9F-7AB09319A4F5}" destId="{18E53CC7-053C-4418-81AB-2A86D9CB80C2}" srcOrd="3" destOrd="0" presId="urn:microsoft.com/office/officeart/2018/2/layout/IconVerticalSolidList"/>
    <dgm:cxn modelId="{67A0486F-6ED1-4D41-8BD4-A630BAD44ED8}" type="presParOf" srcId="{0BD14BF9-44A6-44B4-9076-50B2B088AEFC}" destId="{5D7A723E-A0B6-415C-9E93-77151137EBCF}" srcOrd="3" destOrd="0" presId="urn:microsoft.com/office/officeart/2018/2/layout/IconVerticalSolidList"/>
    <dgm:cxn modelId="{762329F8-69B1-44BD-8FD7-78FF46B98EDA}" type="presParOf" srcId="{0BD14BF9-44A6-44B4-9076-50B2B088AEFC}" destId="{CA1225DC-4A5C-4B1B-8FFD-2F5755C22BEC}" srcOrd="4" destOrd="0" presId="urn:microsoft.com/office/officeart/2018/2/layout/IconVerticalSolidList"/>
    <dgm:cxn modelId="{71FCED4F-F4D8-41FC-BE48-669C70979EE4}" type="presParOf" srcId="{CA1225DC-4A5C-4B1B-8FFD-2F5755C22BEC}" destId="{DA59831B-FCD6-4147-852E-C333C0C558C2}" srcOrd="0" destOrd="0" presId="urn:microsoft.com/office/officeart/2018/2/layout/IconVerticalSolidList"/>
    <dgm:cxn modelId="{F3BE654F-28C2-4BEB-9ECD-B39DBDD6FAA9}" type="presParOf" srcId="{CA1225DC-4A5C-4B1B-8FFD-2F5755C22BEC}" destId="{ED34FD63-53D3-4C5F-8119-72F8C3B2CAA3}" srcOrd="1" destOrd="0" presId="urn:microsoft.com/office/officeart/2018/2/layout/IconVerticalSolidList"/>
    <dgm:cxn modelId="{478B7095-3102-4BEE-8844-C36141CACDB2}" type="presParOf" srcId="{CA1225DC-4A5C-4B1B-8FFD-2F5755C22BEC}" destId="{2C3CC95E-C49A-4137-AEB2-C2FE8856A43B}" srcOrd="2" destOrd="0" presId="urn:microsoft.com/office/officeart/2018/2/layout/IconVerticalSolidList"/>
    <dgm:cxn modelId="{A08E2F60-D65A-4C4E-8154-F3C928E09D99}" type="presParOf" srcId="{CA1225DC-4A5C-4B1B-8FFD-2F5755C22BEC}" destId="{98AC29E7-32EB-4B0A-8D49-B04B23061934}" srcOrd="3" destOrd="0" presId="urn:microsoft.com/office/officeart/2018/2/layout/IconVerticalSolidList"/>
    <dgm:cxn modelId="{968B3191-3304-4EF4-BBF5-A6B5C21D13E0}" type="presParOf" srcId="{0BD14BF9-44A6-44B4-9076-50B2B088AEFC}" destId="{F305106F-C13B-4196-A9A5-F1DF2B8061F4}" srcOrd="5" destOrd="0" presId="urn:microsoft.com/office/officeart/2018/2/layout/IconVerticalSolidList"/>
    <dgm:cxn modelId="{02EEBFCF-CD11-436E-946E-BEC04A45C321}" type="presParOf" srcId="{0BD14BF9-44A6-44B4-9076-50B2B088AEFC}" destId="{CE71DC0C-DCB1-46C8-83FC-CB19E061D0C0}" srcOrd="6" destOrd="0" presId="urn:microsoft.com/office/officeart/2018/2/layout/IconVerticalSolidList"/>
    <dgm:cxn modelId="{4674E501-BE1D-45AF-8EFC-817A4FEBB8EC}" type="presParOf" srcId="{CE71DC0C-DCB1-46C8-83FC-CB19E061D0C0}" destId="{7CF41440-CFE1-4E7F-8D86-5CECF78708FA}" srcOrd="0" destOrd="0" presId="urn:microsoft.com/office/officeart/2018/2/layout/IconVerticalSolidList"/>
    <dgm:cxn modelId="{FEBC3870-CA58-4E69-9ACC-BA182C121D78}" type="presParOf" srcId="{CE71DC0C-DCB1-46C8-83FC-CB19E061D0C0}" destId="{D3BFE979-14DA-474B-AE1C-8A4B4539C37E}" srcOrd="1" destOrd="0" presId="urn:microsoft.com/office/officeart/2018/2/layout/IconVerticalSolidList"/>
    <dgm:cxn modelId="{2457AF98-912E-4839-9F83-E83B7F727C81}" type="presParOf" srcId="{CE71DC0C-DCB1-46C8-83FC-CB19E061D0C0}" destId="{F07BF650-01D5-4401-BE3C-D59241823FBB}" srcOrd="2" destOrd="0" presId="urn:microsoft.com/office/officeart/2018/2/layout/IconVerticalSolidList"/>
    <dgm:cxn modelId="{BA31E433-ABB5-47C9-926E-6F5DD4938DF8}" type="presParOf" srcId="{CE71DC0C-DCB1-46C8-83FC-CB19E061D0C0}" destId="{9324232B-B215-4DD6-8F2C-E2F4731A9AA0}" srcOrd="3" destOrd="0" presId="urn:microsoft.com/office/officeart/2018/2/layout/IconVerticalSolidList"/>
    <dgm:cxn modelId="{578AD193-C608-420A-A202-07A4DBD4C0F4}" type="presParOf" srcId="{0BD14BF9-44A6-44B4-9076-50B2B088AEFC}" destId="{6F218CC2-FAA3-44BE-9423-E0039E8BD5C0}" srcOrd="7" destOrd="0" presId="urn:microsoft.com/office/officeart/2018/2/layout/IconVerticalSolidList"/>
    <dgm:cxn modelId="{42986812-CCA1-49CF-ACC8-64922AFEA9CA}" type="presParOf" srcId="{0BD14BF9-44A6-44B4-9076-50B2B088AEFC}" destId="{FDFA10EC-CE45-4650-B601-42DA16E35E5A}" srcOrd="8" destOrd="0" presId="urn:microsoft.com/office/officeart/2018/2/layout/IconVerticalSolidList"/>
    <dgm:cxn modelId="{14E3E7F6-B7BE-4D3B-8827-37412F502C27}" type="presParOf" srcId="{FDFA10EC-CE45-4650-B601-42DA16E35E5A}" destId="{74213AD4-BE4B-49DC-B6F2-F37AF39CADCE}" srcOrd="0" destOrd="0" presId="urn:microsoft.com/office/officeart/2018/2/layout/IconVerticalSolidList"/>
    <dgm:cxn modelId="{A338A1BF-96D3-4E74-8EE5-55E9FC306F69}" type="presParOf" srcId="{FDFA10EC-CE45-4650-B601-42DA16E35E5A}" destId="{F2D90C24-216F-4F2F-92C9-65E06CEA8108}" srcOrd="1" destOrd="0" presId="urn:microsoft.com/office/officeart/2018/2/layout/IconVerticalSolidList"/>
    <dgm:cxn modelId="{113E70FE-75F0-446B-9315-416294A66544}" type="presParOf" srcId="{FDFA10EC-CE45-4650-B601-42DA16E35E5A}" destId="{A783D342-C7B4-4A3B-B7DA-A4BE54346BD7}" srcOrd="2" destOrd="0" presId="urn:microsoft.com/office/officeart/2018/2/layout/IconVerticalSolidList"/>
    <dgm:cxn modelId="{BBB13681-EE16-407D-929D-62F6F9F36382}" type="presParOf" srcId="{FDFA10EC-CE45-4650-B601-42DA16E35E5A}" destId="{EFB0B809-6F28-45E8-8301-8B02300227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8F2ADB-7925-4DA3-8E7A-8210899167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088E1C-8783-4E04-A5CE-E281B1ED98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Alzheimer’s Disease Dataset (Kaggle)</a:t>
          </a:r>
        </a:p>
      </dgm:t>
    </dgm:pt>
    <dgm:pt modelId="{0D94ACC2-5CBD-472B-B0FE-5A97DFBF7C6F}" type="parTrans" cxnId="{E0F946AD-3797-4EA0-BCA3-984EEEB97E0A}">
      <dgm:prSet/>
      <dgm:spPr/>
      <dgm:t>
        <a:bodyPr/>
        <a:lstStyle/>
        <a:p>
          <a:endParaRPr lang="en-US"/>
        </a:p>
      </dgm:t>
    </dgm:pt>
    <dgm:pt modelId="{71B37D91-5779-4589-B2B4-1FE986A44DC6}" type="sibTrans" cxnId="{E0F946AD-3797-4EA0-BCA3-984EEEB97E0A}">
      <dgm:prSet/>
      <dgm:spPr/>
      <dgm:t>
        <a:bodyPr/>
        <a:lstStyle/>
        <a:p>
          <a:endParaRPr lang="en-US"/>
        </a:p>
      </dgm:t>
    </dgm:pt>
    <dgm:pt modelId="{98255E97-6AE7-443C-B3DA-595F5F8640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Includes demographic, medical and lifestyle features</a:t>
          </a:r>
        </a:p>
      </dgm:t>
    </dgm:pt>
    <dgm:pt modelId="{3E3FE4FB-B913-4E73-BD76-F092B2C7351C}" type="parTrans" cxnId="{08C821BF-609E-468B-8333-B8F5C751057A}">
      <dgm:prSet/>
      <dgm:spPr/>
      <dgm:t>
        <a:bodyPr/>
        <a:lstStyle/>
        <a:p>
          <a:endParaRPr lang="en-US"/>
        </a:p>
      </dgm:t>
    </dgm:pt>
    <dgm:pt modelId="{10FD247D-4B65-409A-9763-523691FF4439}" type="sibTrans" cxnId="{08C821BF-609E-468B-8333-B8F5C751057A}">
      <dgm:prSet/>
      <dgm:spPr/>
      <dgm:t>
        <a:bodyPr/>
        <a:lstStyle/>
        <a:p>
          <a:endParaRPr lang="en-US"/>
        </a:p>
      </dgm:t>
    </dgm:pt>
    <dgm:pt modelId="{477769D6-B975-4021-B80F-05B33886CF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Cognitive indicators such as MMSE and ADL</a:t>
          </a:r>
        </a:p>
      </dgm:t>
    </dgm:pt>
    <dgm:pt modelId="{14AD2782-FA11-49FC-B1AD-313049991060}" type="parTrans" cxnId="{545518CD-D991-4960-8CC7-02E2C0C6F336}">
      <dgm:prSet/>
      <dgm:spPr/>
      <dgm:t>
        <a:bodyPr/>
        <a:lstStyle/>
        <a:p>
          <a:endParaRPr lang="en-US"/>
        </a:p>
      </dgm:t>
    </dgm:pt>
    <dgm:pt modelId="{3F8F0A6A-5461-4D3A-9B8A-B27BB991A580}" type="sibTrans" cxnId="{545518CD-D991-4960-8CC7-02E2C0C6F336}">
      <dgm:prSet/>
      <dgm:spPr/>
      <dgm:t>
        <a:bodyPr/>
        <a:lstStyle/>
        <a:p>
          <a:endParaRPr lang="en-US"/>
        </a:p>
      </dgm:t>
    </dgm:pt>
    <dgm:pt modelId="{44368C26-403E-4AEA-9D63-C5D79F0CA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Binary target variable: Alzheimer diagnosis</a:t>
          </a:r>
        </a:p>
      </dgm:t>
    </dgm:pt>
    <dgm:pt modelId="{B0D5DB49-AACB-43A5-B4C9-4B9873CD7735}" type="parTrans" cxnId="{CEB5334D-A7B7-47A9-A50E-25EF4B301F83}">
      <dgm:prSet/>
      <dgm:spPr/>
      <dgm:t>
        <a:bodyPr/>
        <a:lstStyle/>
        <a:p>
          <a:endParaRPr lang="en-US"/>
        </a:p>
      </dgm:t>
    </dgm:pt>
    <dgm:pt modelId="{D868A43F-AEE2-47B3-833D-7546DB836ACD}" type="sibTrans" cxnId="{CEB5334D-A7B7-47A9-A50E-25EF4B301F83}">
      <dgm:prSet/>
      <dgm:spPr/>
      <dgm:t>
        <a:bodyPr/>
        <a:lstStyle/>
        <a:p>
          <a:endParaRPr lang="en-US"/>
        </a:p>
      </dgm:t>
    </dgm:pt>
    <dgm:pt modelId="{BB463943-9E17-4CFC-B88B-3610DF060EDA}" type="pres">
      <dgm:prSet presAssocID="{C28F2ADB-7925-4DA3-8E7A-821089916792}" presName="root" presStyleCnt="0">
        <dgm:presLayoutVars>
          <dgm:dir/>
          <dgm:resizeHandles val="exact"/>
        </dgm:presLayoutVars>
      </dgm:prSet>
      <dgm:spPr/>
    </dgm:pt>
    <dgm:pt modelId="{8BD1FB50-13DA-4D73-8652-F60F02D2D377}" type="pres">
      <dgm:prSet presAssocID="{B1088E1C-8783-4E04-A5CE-E281B1ED988C}" presName="compNode" presStyleCnt="0"/>
      <dgm:spPr/>
    </dgm:pt>
    <dgm:pt modelId="{D45976B5-6299-40CA-B052-D917D5CFF0F0}" type="pres">
      <dgm:prSet presAssocID="{B1088E1C-8783-4E04-A5CE-E281B1ED988C}" presName="bgRect" presStyleLbl="bgShp" presStyleIdx="0" presStyleCnt="4"/>
      <dgm:spPr/>
    </dgm:pt>
    <dgm:pt modelId="{95E6173D-BF63-442A-9B6E-036704FF6CCC}" type="pres">
      <dgm:prSet presAssocID="{B1088E1C-8783-4E04-A5CE-E281B1ED98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E2D8DFF-D0E6-4544-B97C-9FB21027D2CE}" type="pres">
      <dgm:prSet presAssocID="{B1088E1C-8783-4E04-A5CE-E281B1ED988C}" presName="spaceRect" presStyleCnt="0"/>
      <dgm:spPr/>
    </dgm:pt>
    <dgm:pt modelId="{7BB9683C-9FAA-4EEE-9F32-EBE3D54C207B}" type="pres">
      <dgm:prSet presAssocID="{B1088E1C-8783-4E04-A5CE-E281B1ED988C}" presName="parTx" presStyleLbl="revTx" presStyleIdx="0" presStyleCnt="4">
        <dgm:presLayoutVars>
          <dgm:chMax val="0"/>
          <dgm:chPref val="0"/>
        </dgm:presLayoutVars>
      </dgm:prSet>
      <dgm:spPr/>
    </dgm:pt>
    <dgm:pt modelId="{CB065E0D-45D9-43B9-9C88-3C185E09D557}" type="pres">
      <dgm:prSet presAssocID="{71B37D91-5779-4589-B2B4-1FE986A44DC6}" presName="sibTrans" presStyleCnt="0"/>
      <dgm:spPr/>
    </dgm:pt>
    <dgm:pt modelId="{CBDCFE57-B6A0-4089-AD12-5AF0DD2B5FC2}" type="pres">
      <dgm:prSet presAssocID="{98255E97-6AE7-443C-B3DA-595F5F8640C3}" presName="compNode" presStyleCnt="0"/>
      <dgm:spPr/>
    </dgm:pt>
    <dgm:pt modelId="{51D8F55D-DDB3-4105-A4FD-6E79965DAE25}" type="pres">
      <dgm:prSet presAssocID="{98255E97-6AE7-443C-B3DA-595F5F8640C3}" presName="bgRect" presStyleLbl="bgShp" presStyleIdx="1" presStyleCnt="4"/>
      <dgm:spPr/>
    </dgm:pt>
    <dgm:pt modelId="{DB4ED1EA-FD1A-47DF-9158-4123682AFFB9}" type="pres">
      <dgm:prSet presAssocID="{98255E97-6AE7-443C-B3DA-595F5F8640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7CFC377F-F7FF-4F48-968E-7F442584053E}" type="pres">
      <dgm:prSet presAssocID="{98255E97-6AE7-443C-B3DA-595F5F8640C3}" presName="spaceRect" presStyleCnt="0"/>
      <dgm:spPr/>
    </dgm:pt>
    <dgm:pt modelId="{60428D42-59A6-4624-8318-4EC594868388}" type="pres">
      <dgm:prSet presAssocID="{98255E97-6AE7-443C-B3DA-595F5F8640C3}" presName="parTx" presStyleLbl="revTx" presStyleIdx="1" presStyleCnt="4">
        <dgm:presLayoutVars>
          <dgm:chMax val="0"/>
          <dgm:chPref val="0"/>
        </dgm:presLayoutVars>
      </dgm:prSet>
      <dgm:spPr/>
    </dgm:pt>
    <dgm:pt modelId="{5572A4CB-FA94-4C8F-B46D-2EB5CFB39058}" type="pres">
      <dgm:prSet presAssocID="{10FD247D-4B65-409A-9763-523691FF4439}" presName="sibTrans" presStyleCnt="0"/>
      <dgm:spPr/>
    </dgm:pt>
    <dgm:pt modelId="{7C810C56-41D4-4518-8FED-4479CB05D652}" type="pres">
      <dgm:prSet presAssocID="{477769D6-B975-4021-B80F-05B33886CFE0}" presName="compNode" presStyleCnt="0"/>
      <dgm:spPr/>
    </dgm:pt>
    <dgm:pt modelId="{441E0B76-0FB0-4EE4-9A16-CA6870B45B00}" type="pres">
      <dgm:prSet presAssocID="{477769D6-B975-4021-B80F-05B33886CFE0}" presName="bgRect" presStyleLbl="bgShp" presStyleIdx="2" presStyleCnt="4"/>
      <dgm:spPr/>
    </dgm:pt>
    <dgm:pt modelId="{18C783AE-9868-41FA-A19A-8C51D5323A73}" type="pres">
      <dgm:prSet presAssocID="{477769D6-B975-4021-B80F-05B33886CF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AEA37A0-CCF1-4160-B0B7-BA2DE29302B3}" type="pres">
      <dgm:prSet presAssocID="{477769D6-B975-4021-B80F-05B33886CFE0}" presName="spaceRect" presStyleCnt="0"/>
      <dgm:spPr/>
    </dgm:pt>
    <dgm:pt modelId="{7A1C70B1-D431-4002-A521-B110B9F546A8}" type="pres">
      <dgm:prSet presAssocID="{477769D6-B975-4021-B80F-05B33886CFE0}" presName="parTx" presStyleLbl="revTx" presStyleIdx="2" presStyleCnt="4">
        <dgm:presLayoutVars>
          <dgm:chMax val="0"/>
          <dgm:chPref val="0"/>
        </dgm:presLayoutVars>
      </dgm:prSet>
      <dgm:spPr/>
    </dgm:pt>
    <dgm:pt modelId="{A28453DC-A230-42D5-B773-810666997EDA}" type="pres">
      <dgm:prSet presAssocID="{3F8F0A6A-5461-4D3A-9B8A-B27BB991A580}" presName="sibTrans" presStyleCnt="0"/>
      <dgm:spPr/>
    </dgm:pt>
    <dgm:pt modelId="{EDB3A058-ED58-43BA-9B09-2777FC65FA92}" type="pres">
      <dgm:prSet presAssocID="{44368C26-403E-4AEA-9D63-C5D79F0CA777}" presName="compNode" presStyleCnt="0"/>
      <dgm:spPr/>
    </dgm:pt>
    <dgm:pt modelId="{99B38454-1188-4F8B-BEC5-37BE332D46DA}" type="pres">
      <dgm:prSet presAssocID="{44368C26-403E-4AEA-9D63-C5D79F0CA777}" presName="bgRect" presStyleLbl="bgShp" presStyleIdx="3" presStyleCnt="4"/>
      <dgm:spPr/>
    </dgm:pt>
    <dgm:pt modelId="{6FE466F8-7B61-4201-A45B-DA7B5F0AF8B0}" type="pres">
      <dgm:prSet presAssocID="{44368C26-403E-4AEA-9D63-C5D79F0CA7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4AC096BD-FF7F-4611-9EB1-E3AC9F1DCC74}" type="pres">
      <dgm:prSet presAssocID="{44368C26-403E-4AEA-9D63-C5D79F0CA777}" presName="spaceRect" presStyleCnt="0"/>
      <dgm:spPr/>
    </dgm:pt>
    <dgm:pt modelId="{C650E221-8E87-427B-9E13-F1AE4DD9AB08}" type="pres">
      <dgm:prSet presAssocID="{44368C26-403E-4AEA-9D63-C5D79F0CA7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A65A62E-1D64-49F7-963C-B8E29F8295A8}" type="presOf" srcId="{B1088E1C-8783-4E04-A5CE-E281B1ED988C}" destId="{7BB9683C-9FAA-4EEE-9F32-EBE3D54C207B}" srcOrd="0" destOrd="0" presId="urn:microsoft.com/office/officeart/2018/2/layout/IconVerticalSolidList"/>
    <dgm:cxn modelId="{CEB5334D-A7B7-47A9-A50E-25EF4B301F83}" srcId="{C28F2ADB-7925-4DA3-8E7A-821089916792}" destId="{44368C26-403E-4AEA-9D63-C5D79F0CA777}" srcOrd="3" destOrd="0" parTransId="{B0D5DB49-AACB-43A5-B4C9-4B9873CD7735}" sibTransId="{D868A43F-AEE2-47B3-833D-7546DB836ACD}"/>
    <dgm:cxn modelId="{36BD22AB-39A0-4BAA-9CB6-DB07A88000BB}" type="presOf" srcId="{44368C26-403E-4AEA-9D63-C5D79F0CA777}" destId="{C650E221-8E87-427B-9E13-F1AE4DD9AB08}" srcOrd="0" destOrd="0" presId="urn:microsoft.com/office/officeart/2018/2/layout/IconVerticalSolidList"/>
    <dgm:cxn modelId="{E0F946AD-3797-4EA0-BCA3-984EEEB97E0A}" srcId="{C28F2ADB-7925-4DA3-8E7A-821089916792}" destId="{B1088E1C-8783-4E04-A5CE-E281B1ED988C}" srcOrd="0" destOrd="0" parTransId="{0D94ACC2-5CBD-472B-B0FE-5A97DFBF7C6F}" sibTransId="{71B37D91-5779-4589-B2B4-1FE986A44DC6}"/>
    <dgm:cxn modelId="{08C821BF-609E-468B-8333-B8F5C751057A}" srcId="{C28F2ADB-7925-4DA3-8E7A-821089916792}" destId="{98255E97-6AE7-443C-B3DA-595F5F8640C3}" srcOrd="1" destOrd="0" parTransId="{3E3FE4FB-B913-4E73-BD76-F092B2C7351C}" sibTransId="{10FD247D-4B65-409A-9763-523691FF4439}"/>
    <dgm:cxn modelId="{545518CD-D991-4960-8CC7-02E2C0C6F336}" srcId="{C28F2ADB-7925-4DA3-8E7A-821089916792}" destId="{477769D6-B975-4021-B80F-05B33886CFE0}" srcOrd="2" destOrd="0" parTransId="{14AD2782-FA11-49FC-B1AD-313049991060}" sibTransId="{3F8F0A6A-5461-4D3A-9B8A-B27BB991A580}"/>
    <dgm:cxn modelId="{990D35CD-2B3D-4B4F-A596-BC23E5FA34A2}" type="presOf" srcId="{477769D6-B975-4021-B80F-05B33886CFE0}" destId="{7A1C70B1-D431-4002-A521-B110B9F546A8}" srcOrd="0" destOrd="0" presId="urn:microsoft.com/office/officeart/2018/2/layout/IconVerticalSolidList"/>
    <dgm:cxn modelId="{71B09FD7-73A1-4AAA-A1F0-5F16FD7A774C}" type="presOf" srcId="{C28F2ADB-7925-4DA3-8E7A-821089916792}" destId="{BB463943-9E17-4CFC-B88B-3610DF060EDA}" srcOrd="0" destOrd="0" presId="urn:microsoft.com/office/officeart/2018/2/layout/IconVerticalSolidList"/>
    <dgm:cxn modelId="{DF3031F8-655D-4420-B60D-0B1982AB69D5}" type="presOf" srcId="{98255E97-6AE7-443C-B3DA-595F5F8640C3}" destId="{60428D42-59A6-4624-8318-4EC594868388}" srcOrd="0" destOrd="0" presId="urn:microsoft.com/office/officeart/2018/2/layout/IconVerticalSolidList"/>
    <dgm:cxn modelId="{62D45B7F-0C8A-4D8F-BB3B-043AF439F181}" type="presParOf" srcId="{BB463943-9E17-4CFC-B88B-3610DF060EDA}" destId="{8BD1FB50-13DA-4D73-8652-F60F02D2D377}" srcOrd="0" destOrd="0" presId="urn:microsoft.com/office/officeart/2018/2/layout/IconVerticalSolidList"/>
    <dgm:cxn modelId="{93B27FCA-AED2-4391-94B6-FB4A4021720E}" type="presParOf" srcId="{8BD1FB50-13DA-4D73-8652-F60F02D2D377}" destId="{D45976B5-6299-40CA-B052-D917D5CFF0F0}" srcOrd="0" destOrd="0" presId="urn:microsoft.com/office/officeart/2018/2/layout/IconVerticalSolidList"/>
    <dgm:cxn modelId="{072DF0A1-2FEC-4CA5-A1E9-26575A8D7B09}" type="presParOf" srcId="{8BD1FB50-13DA-4D73-8652-F60F02D2D377}" destId="{95E6173D-BF63-442A-9B6E-036704FF6CCC}" srcOrd="1" destOrd="0" presId="urn:microsoft.com/office/officeart/2018/2/layout/IconVerticalSolidList"/>
    <dgm:cxn modelId="{A3F2F110-19B9-4333-839C-AAA84578176B}" type="presParOf" srcId="{8BD1FB50-13DA-4D73-8652-F60F02D2D377}" destId="{1E2D8DFF-D0E6-4544-B97C-9FB21027D2CE}" srcOrd="2" destOrd="0" presId="urn:microsoft.com/office/officeart/2018/2/layout/IconVerticalSolidList"/>
    <dgm:cxn modelId="{E9AB7CD5-F289-457A-9013-53D86E66D27C}" type="presParOf" srcId="{8BD1FB50-13DA-4D73-8652-F60F02D2D377}" destId="{7BB9683C-9FAA-4EEE-9F32-EBE3D54C207B}" srcOrd="3" destOrd="0" presId="urn:microsoft.com/office/officeart/2018/2/layout/IconVerticalSolidList"/>
    <dgm:cxn modelId="{A6BABE71-58FE-4102-BB05-67710C7476EF}" type="presParOf" srcId="{BB463943-9E17-4CFC-B88B-3610DF060EDA}" destId="{CB065E0D-45D9-43B9-9C88-3C185E09D557}" srcOrd="1" destOrd="0" presId="urn:microsoft.com/office/officeart/2018/2/layout/IconVerticalSolidList"/>
    <dgm:cxn modelId="{B7C04292-F4C6-4D33-A3C0-A50A157C3441}" type="presParOf" srcId="{BB463943-9E17-4CFC-B88B-3610DF060EDA}" destId="{CBDCFE57-B6A0-4089-AD12-5AF0DD2B5FC2}" srcOrd="2" destOrd="0" presId="urn:microsoft.com/office/officeart/2018/2/layout/IconVerticalSolidList"/>
    <dgm:cxn modelId="{53A1B4B9-06E5-4E96-9DB8-8801C5B6BBC2}" type="presParOf" srcId="{CBDCFE57-B6A0-4089-AD12-5AF0DD2B5FC2}" destId="{51D8F55D-DDB3-4105-A4FD-6E79965DAE25}" srcOrd="0" destOrd="0" presId="urn:microsoft.com/office/officeart/2018/2/layout/IconVerticalSolidList"/>
    <dgm:cxn modelId="{E1CC9BFC-5750-464A-A19A-DDC913866D93}" type="presParOf" srcId="{CBDCFE57-B6A0-4089-AD12-5AF0DD2B5FC2}" destId="{DB4ED1EA-FD1A-47DF-9158-4123682AFFB9}" srcOrd="1" destOrd="0" presId="urn:microsoft.com/office/officeart/2018/2/layout/IconVerticalSolidList"/>
    <dgm:cxn modelId="{B0DFE779-8A10-4638-ADC2-D8B3EA65C13E}" type="presParOf" srcId="{CBDCFE57-B6A0-4089-AD12-5AF0DD2B5FC2}" destId="{7CFC377F-F7FF-4F48-968E-7F442584053E}" srcOrd="2" destOrd="0" presId="urn:microsoft.com/office/officeart/2018/2/layout/IconVerticalSolidList"/>
    <dgm:cxn modelId="{7F35436E-E065-44AA-9D08-8A31DF92B524}" type="presParOf" srcId="{CBDCFE57-B6A0-4089-AD12-5AF0DD2B5FC2}" destId="{60428D42-59A6-4624-8318-4EC594868388}" srcOrd="3" destOrd="0" presId="urn:microsoft.com/office/officeart/2018/2/layout/IconVerticalSolidList"/>
    <dgm:cxn modelId="{619294BA-350D-4BB1-A803-12125B93BEFF}" type="presParOf" srcId="{BB463943-9E17-4CFC-B88B-3610DF060EDA}" destId="{5572A4CB-FA94-4C8F-B46D-2EB5CFB39058}" srcOrd="3" destOrd="0" presId="urn:microsoft.com/office/officeart/2018/2/layout/IconVerticalSolidList"/>
    <dgm:cxn modelId="{F0E240C8-51BA-489D-8C1C-3A578894A639}" type="presParOf" srcId="{BB463943-9E17-4CFC-B88B-3610DF060EDA}" destId="{7C810C56-41D4-4518-8FED-4479CB05D652}" srcOrd="4" destOrd="0" presId="urn:microsoft.com/office/officeart/2018/2/layout/IconVerticalSolidList"/>
    <dgm:cxn modelId="{0BB36539-9CAA-40D5-B566-A7C17CBCC405}" type="presParOf" srcId="{7C810C56-41D4-4518-8FED-4479CB05D652}" destId="{441E0B76-0FB0-4EE4-9A16-CA6870B45B00}" srcOrd="0" destOrd="0" presId="urn:microsoft.com/office/officeart/2018/2/layout/IconVerticalSolidList"/>
    <dgm:cxn modelId="{8FCC2429-413A-49B7-97BD-B57D1BBCEB6A}" type="presParOf" srcId="{7C810C56-41D4-4518-8FED-4479CB05D652}" destId="{18C783AE-9868-41FA-A19A-8C51D5323A73}" srcOrd="1" destOrd="0" presId="urn:microsoft.com/office/officeart/2018/2/layout/IconVerticalSolidList"/>
    <dgm:cxn modelId="{728D5DD2-9340-4CFB-937B-D55E18849459}" type="presParOf" srcId="{7C810C56-41D4-4518-8FED-4479CB05D652}" destId="{2AEA37A0-CCF1-4160-B0B7-BA2DE29302B3}" srcOrd="2" destOrd="0" presId="urn:microsoft.com/office/officeart/2018/2/layout/IconVerticalSolidList"/>
    <dgm:cxn modelId="{B45793FC-6ABA-48ED-B18B-30C6605D8422}" type="presParOf" srcId="{7C810C56-41D4-4518-8FED-4479CB05D652}" destId="{7A1C70B1-D431-4002-A521-B110B9F546A8}" srcOrd="3" destOrd="0" presId="urn:microsoft.com/office/officeart/2018/2/layout/IconVerticalSolidList"/>
    <dgm:cxn modelId="{54FFB227-D8DF-44F1-8BE6-38E1D69203A1}" type="presParOf" srcId="{BB463943-9E17-4CFC-B88B-3610DF060EDA}" destId="{A28453DC-A230-42D5-B773-810666997EDA}" srcOrd="5" destOrd="0" presId="urn:microsoft.com/office/officeart/2018/2/layout/IconVerticalSolidList"/>
    <dgm:cxn modelId="{18300674-D406-4623-AC8E-9C00FA14006E}" type="presParOf" srcId="{BB463943-9E17-4CFC-B88B-3610DF060EDA}" destId="{EDB3A058-ED58-43BA-9B09-2777FC65FA92}" srcOrd="6" destOrd="0" presId="urn:microsoft.com/office/officeart/2018/2/layout/IconVerticalSolidList"/>
    <dgm:cxn modelId="{0509729F-88F0-453A-AE9C-512723BB9C7B}" type="presParOf" srcId="{EDB3A058-ED58-43BA-9B09-2777FC65FA92}" destId="{99B38454-1188-4F8B-BEC5-37BE332D46DA}" srcOrd="0" destOrd="0" presId="urn:microsoft.com/office/officeart/2018/2/layout/IconVerticalSolidList"/>
    <dgm:cxn modelId="{176A4EF3-1E6F-4C13-B64D-E294FBD0F2F3}" type="presParOf" srcId="{EDB3A058-ED58-43BA-9B09-2777FC65FA92}" destId="{6FE466F8-7B61-4201-A45B-DA7B5F0AF8B0}" srcOrd="1" destOrd="0" presId="urn:microsoft.com/office/officeart/2018/2/layout/IconVerticalSolidList"/>
    <dgm:cxn modelId="{D87082C0-B59C-431E-9F83-B7AE049851A4}" type="presParOf" srcId="{EDB3A058-ED58-43BA-9B09-2777FC65FA92}" destId="{4AC096BD-FF7F-4611-9EB1-E3AC9F1DCC74}" srcOrd="2" destOrd="0" presId="urn:microsoft.com/office/officeart/2018/2/layout/IconVerticalSolidList"/>
    <dgm:cxn modelId="{6F3F5BAD-AC46-4594-A1B2-ECC1863CA642}" type="presParOf" srcId="{EDB3A058-ED58-43BA-9B09-2777FC65FA92}" destId="{C650E221-8E87-427B-9E13-F1AE4DD9AB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97F77B7-B1BF-4DA3-AC0B-9ECB394112B9}" type="doc">
      <dgm:prSet loTypeId="urn:microsoft.com/office/officeart/2018/2/layout/IconLabel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381FD55-0961-49E0-88AB-522466456A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Logistic Regression (Baseline)</a:t>
          </a:r>
        </a:p>
      </dgm:t>
    </dgm:pt>
    <dgm:pt modelId="{6AD2D605-E09D-48E6-9403-4D20CFAF9A89}" type="parTrans" cxnId="{5447D226-02A8-454A-B5B0-03F0F2697A96}">
      <dgm:prSet/>
      <dgm:spPr/>
      <dgm:t>
        <a:bodyPr/>
        <a:lstStyle/>
        <a:p>
          <a:endParaRPr lang="en-US"/>
        </a:p>
      </dgm:t>
    </dgm:pt>
    <dgm:pt modelId="{C3943949-79B2-4CF9-B7F5-E5B6FAC4A1B9}" type="sibTrans" cxnId="{5447D226-02A8-454A-B5B0-03F0F2697A96}">
      <dgm:prSet/>
      <dgm:spPr/>
      <dgm:t>
        <a:bodyPr/>
        <a:lstStyle/>
        <a:p>
          <a:endParaRPr lang="en-US"/>
        </a:p>
      </dgm:t>
    </dgm:pt>
    <dgm:pt modelId="{3A4E9B0A-E27F-4800-82F4-4EB32E202B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Random Forest</a:t>
          </a:r>
        </a:p>
      </dgm:t>
    </dgm:pt>
    <dgm:pt modelId="{1FB4498D-53F6-4D91-963D-C527FBF3510A}" type="parTrans" cxnId="{A548401C-0E64-411E-B038-4974DD03BFE0}">
      <dgm:prSet/>
      <dgm:spPr/>
      <dgm:t>
        <a:bodyPr/>
        <a:lstStyle/>
        <a:p>
          <a:endParaRPr lang="en-US"/>
        </a:p>
      </dgm:t>
    </dgm:pt>
    <dgm:pt modelId="{EB55D873-6F5E-4CE7-94D4-39F53445BE8C}" type="sibTrans" cxnId="{A548401C-0E64-411E-B038-4974DD03BFE0}">
      <dgm:prSet/>
      <dgm:spPr/>
      <dgm:t>
        <a:bodyPr/>
        <a:lstStyle/>
        <a:p>
          <a:endParaRPr lang="en-US"/>
        </a:p>
      </dgm:t>
    </dgm:pt>
    <dgm:pt modelId="{C02C0573-647D-4DC4-84CC-B319DCB6EC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Gradient Boosting</a:t>
          </a:r>
        </a:p>
      </dgm:t>
    </dgm:pt>
    <dgm:pt modelId="{7C804B43-33D5-48D1-99D5-843FA72CFD6F}" type="parTrans" cxnId="{4A4A94A6-B3BB-417C-BFC0-3876B3201A57}">
      <dgm:prSet/>
      <dgm:spPr/>
      <dgm:t>
        <a:bodyPr/>
        <a:lstStyle/>
        <a:p>
          <a:endParaRPr lang="en-US"/>
        </a:p>
      </dgm:t>
    </dgm:pt>
    <dgm:pt modelId="{9FDC4056-23C5-417E-A6C2-13B676710584}" type="sibTrans" cxnId="{4A4A94A6-B3BB-417C-BFC0-3876B3201A57}">
      <dgm:prSet/>
      <dgm:spPr/>
      <dgm:t>
        <a:bodyPr/>
        <a:lstStyle/>
        <a:p>
          <a:endParaRPr lang="en-US"/>
        </a:p>
      </dgm:t>
    </dgm:pt>
    <dgm:pt modelId="{59D5FD31-7F80-4541-B1DA-7FE3A25139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K‑Nearest Neighbors (KNN)</a:t>
          </a:r>
        </a:p>
      </dgm:t>
    </dgm:pt>
    <dgm:pt modelId="{68224905-E293-40FB-A873-683B67E8C0E7}" type="parTrans" cxnId="{67A9B916-7D0A-48A0-A5DA-F768CA5E0E1C}">
      <dgm:prSet/>
      <dgm:spPr/>
      <dgm:t>
        <a:bodyPr/>
        <a:lstStyle/>
        <a:p>
          <a:endParaRPr lang="en-US"/>
        </a:p>
      </dgm:t>
    </dgm:pt>
    <dgm:pt modelId="{238A3BA1-E601-4E5B-BFB2-8F5C8A447C21}" type="sibTrans" cxnId="{67A9B916-7D0A-48A0-A5DA-F768CA5E0E1C}">
      <dgm:prSet/>
      <dgm:spPr/>
      <dgm:t>
        <a:bodyPr/>
        <a:lstStyle/>
        <a:p>
          <a:endParaRPr lang="en-US"/>
        </a:p>
      </dgm:t>
    </dgm:pt>
    <dgm:pt modelId="{B65ED54D-3398-4CD0-8877-D2C094BA7DA3}" type="pres">
      <dgm:prSet presAssocID="{297F77B7-B1BF-4DA3-AC0B-9ECB394112B9}" presName="root" presStyleCnt="0">
        <dgm:presLayoutVars>
          <dgm:dir/>
          <dgm:resizeHandles val="exact"/>
        </dgm:presLayoutVars>
      </dgm:prSet>
      <dgm:spPr/>
    </dgm:pt>
    <dgm:pt modelId="{DA3EA1F9-0F1D-46EC-B58C-4C94C428266C}" type="pres">
      <dgm:prSet presAssocID="{7381FD55-0961-49E0-88AB-522466456AF0}" presName="compNode" presStyleCnt="0"/>
      <dgm:spPr/>
    </dgm:pt>
    <dgm:pt modelId="{80612DF2-CB5F-491F-910D-50FD4FF5F716}" type="pres">
      <dgm:prSet presAssocID="{7381FD55-0961-49E0-88AB-522466456AF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222B531-B08A-42C7-9830-BAEFBC5CCE6C}" type="pres">
      <dgm:prSet presAssocID="{7381FD55-0961-49E0-88AB-522466456AF0}" presName="spaceRect" presStyleCnt="0"/>
      <dgm:spPr/>
    </dgm:pt>
    <dgm:pt modelId="{00BDC9CA-EA40-4267-B945-57F9B053F48D}" type="pres">
      <dgm:prSet presAssocID="{7381FD55-0961-49E0-88AB-522466456AF0}" presName="textRect" presStyleLbl="revTx" presStyleIdx="0" presStyleCnt="4">
        <dgm:presLayoutVars>
          <dgm:chMax val="1"/>
          <dgm:chPref val="1"/>
        </dgm:presLayoutVars>
      </dgm:prSet>
      <dgm:spPr/>
    </dgm:pt>
    <dgm:pt modelId="{6CC55476-FDF7-4A88-A93C-25BA18E21ADC}" type="pres">
      <dgm:prSet presAssocID="{C3943949-79B2-4CF9-B7F5-E5B6FAC4A1B9}" presName="sibTrans" presStyleCnt="0"/>
      <dgm:spPr/>
    </dgm:pt>
    <dgm:pt modelId="{3CBE88C0-4FE5-47EE-8393-8D4D3E9187D0}" type="pres">
      <dgm:prSet presAssocID="{3A4E9B0A-E27F-4800-82F4-4EB32E202BE2}" presName="compNode" presStyleCnt="0"/>
      <dgm:spPr/>
    </dgm:pt>
    <dgm:pt modelId="{6B274EEB-6116-43A4-84C3-74F38189E00F}" type="pres">
      <dgm:prSet presAssocID="{3A4E9B0A-E27F-4800-82F4-4EB32E202B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BF29E816-98CE-44ED-979F-8BAB7CDF9E3E}" type="pres">
      <dgm:prSet presAssocID="{3A4E9B0A-E27F-4800-82F4-4EB32E202BE2}" presName="spaceRect" presStyleCnt="0"/>
      <dgm:spPr/>
    </dgm:pt>
    <dgm:pt modelId="{A81DC23B-AA8D-413A-92F0-9061B50A9CDD}" type="pres">
      <dgm:prSet presAssocID="{3A4E9B0A-E27F-4800-82F4-4EB32E202BE2}" presName="textRect" presStyleLbl="revTx" presStyleIdx="1" presStyleCnt="4">
        <dgm:presLayoutVars>
          <dgm:chMax val="1"/>
          <dgm:chPref val="1"/>
        </dgm:presLayoutVars>
      </dgm:prSet>
      <dgm:spPr/>
    </dgm:pt>
    <dgm:pt modelId="{F2569EB0-111A-456E-B05F-7B480D959638}" type="pres">
      <dgm:prSet presAssocID="{EB55D873-6F5E-4CE7-94D4-39F53445BE8C}" presName="sibTrans" presStyleCnt="0"/>
      <dgm:spPr/>
    </dgm:pt>
    <dgm:pt modelId="{3D9D855B-EF32-47B7-A6C1-C531B207653E}" type="pres">
      <dgm:prSet presAssocID="{C02C0573-647D-4DC4-84CC-B319DCB6EC6F}" presName="compNode" presStyleCnt="0"/>
      <dgm:spPr/>
    </dgm:pt>
    <dgm:pt modelId="{FE948E39-D41A-43B1-B4C8-623DC40F1D67}" type="pres">
      <dgm:prSet presAssocID="{C02C0573-647D-4DC4-84CC-B319DCB6EC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0E71414-6255-428A-A6DE-6DCB64C622B7}" type="pres">
      <dgm:prSet presAssocID="{C02C0573-647D-4DC4-84CC-B319DCB6EC6F}" presName="spaceRect" presStyleCnt="0"/>
      <dgm:spPr/>
    </dgm:pt>
    <dgm:pt modelId="{709E269F-F76C-4D48-BFD8-B189776A73CD}" type="pres">
      <dgm:prSet presAssocID="{C02C0573-647D-4DC4-84CC-B319DCB6EC6F}" presName="textRect" presStyleLbl="revTx" presStyleIdx="2" presStyleCnt="4">
        <dgm:presLayoutVars>
          <dgm:chMax val="1"/>
          <dgm:chPref val="1"/>
        </dgm:presLayoutVars>
      </dgm:prSet>
      <dgm:spPr/>
    </dgm:pt>
    <dgm:pt modelId="{D97DF5AF-D43B-45B9-81AD-51137AB71219}" type="pres">
      <dgm:prSet presAssocID="{9FDC4056-23C5-417E-A6C2-13B676710584}" presName="sibTrans" presStyleCnt="0"/>
      <dgm:spPr/>
    </dgm:pt>
    <dgm:pt modelId="{A21EB34A-C465-4942-A6D2-9B8D3E0D93C2}" type="pres">
      <dgm:prSet presAssocID="{59D5FD31-7F80-4541-B1DA-7FE3A2513911}" presName="compNode" presStyleCnt="0"/>
      <dgm:spPr/>
    </dgm:pt>
    <dgm:pt modelId="{AF431D48-CA1A-44AA-B94B-D24FD65617D5}" type="pres">
      <dgm:prSet presAssocID="{59D5FD31-7F80-4541-B1DA-7FE3A251391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6B089C8E-4E9E-462B-A81F-384295C45B92}" type="pres">
      <dgm:prSet presAssocID="{59D5FD31-7F80-4541-B1DA-7FE3A2513911}" presName="spaceRect" presStyleCnt="0"/>
      <dgm:spPr/>
    </dgm:pt>
    <dgm:pt modelId="{273FCF01-CA32-47BF-A83D-834877B8811B}" type="pres">
      <dgm:prSet presAssocID="{59D5FD31-7F80-4541-B1DA-7FE3A25139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7A9B916-7D0A-48A0-A5DA-F768CA5E0E1C}" srcId="{297F77B7-B1BF-4DA3-AC0B-9ECB394112B9}" destId="{59D5FD31-7F80-4541-B1DA-7FE3A2513911}" srcOrd="3" destOrd="0" parTransId="{68224905-E293-40FB-A873-683B67E8C0E7}" sibTransId="{238A3BA1-E601-4E5B-BFB2-8F5C8A447C21}"/>
    <dgm:cxn modelId="{A548401C-0E64-411E-B038-4974DD03BFE0}" srcId="{297F77B7-B1BF-4DA3-AC0B-9ECB394112B9}" destId="{3A4E9B0A-E27F-4800-82F4-4EB32E202BE2}" srcOrd="1" destOrd="0" parTransId="{1FB4498D-53F6-4D91-963D-C527FBF3510A}" sibTransId="{EB55D873-6F5E-4CE7-94D4-39F53445BE8C}"/>
    <dgm:cxn modelId="{5447D226-02A8-454A-B5B0-03F0F2697A96}" srcId="{297F77B7-B1BF-4DA3-AC0B-9ECB394112B9}" destId="{7381FD55-0961-49E0-88AB-522466456AF0}" srcOrd="0" destOrd="0" parTransId="{6AD2D605-E09D-48E6-9403-4D20CFAF9A89}" sibTransId="{C3943949-79B2-4CF9-B7F5-E5B6FAC4A1B9}"/>
    <dgm:cxn modelId="{5A300B33-13CB-7843-8D8B-DFF5BA9AD014}" type="presOf" srcId="{3A4E9B0A-E27F-4800-82F4-4EB32E202BE2}" destId="{A81DC23B-AA8D-413A-92F0-9061B50A9CDD}" srcOrd="0" destOrd="0" presId="urn:microsoft.com/office/officeart/2018/2/layout/IconLabelList"/>
    <dgm:cxn modelId="{792F8354-6213-7949-B9CC-71070321319E}" type="presOf" srcId="{297F77B7-B1BF-4DA3-AC0B-9ECB394112B9}" destId="{B65ED54D-3398-4CD0-8877-D2C094BA7DA3}" srcOrd="0" destOrd="0" presId="urn:microsoft.com/office/officeart/2018/2/layout/IconLabelList"/>
    <dgm:cxn modelId="{B7D3A061-F70F-0349-9045-57623B0EAEAC}" type="presOf" srcId="{59D5FD31-7F80-4541-B1DA-7FE3A2513911}" destId="{273FCF01-CA32-47BF-A83D-834877B8811B}" srcOrd="0" destOrd="0" presId="urn:microsoft.com/office/officeart/2018/2/layout/IconLabelList"/>
    <dgm:cxn modelId="{E494D96A-BCDE-BC49-BC13-1F34FE9DCFC7}" type="presOf" srcId="{C02C0573-647D-4DC4-84CC-B319DCB6EC6F}" destId="{709E269F-F76C-4D48-BFD8-B189776A73CD}" srcOrd="0" destOrd="0" presId="urn:microsoft.com/office/officeart/2018/2/layout/IconLabelList"/>
    <dgm:cxn modelId="{4A4A94A6-B3BB-417C-BFC0-3876B3201A57}" srcId="{297F77B7-B1BF-4DA3-AC0B-9ECB394112B9}" destId="{C02C0573-647D-4DC4-84CC-B319DCB6EC6F}" srcOrd="2" destOrd="0" parTransId="{7C804B43-33D5-48D1-99D5-843FA72CFD6F}" sibTransId="{9FDC4056-23C5-417E-A6C2-13B676710584}"/>
    <dgm:cxn modelId="{499A79B8-5DC2-AE4B-B56E-2B167F2D6C3A}" type="presOf" srcId="{7381FD55-0961-49E0-88AB-522466456AF0}" destId="{00BDC9CA-EA40-4267-B945-57F9B053F48D}" srcOrd="0" destOrd="0" presId="urn:microsoft.com/office/officeart/2018/2/layout/IconLabelList"/>
    <dgm:cxn modelId="{D4D52F2F-F33A-A144-B825-523CE1C7CD67}" type="presParOf" srcId="{B65ED54D-3398-4CD0-8877-D2C094BA7DA3}" destId="{DA3EA1F9-0F1D-46EC-B58C-4C94C428266C}" srcOrd="0" destOrd="0" presId="urn:microsoft.com/office/officeart/2018/2/layout/IconLabelList"/>
    <dgm:cxn modelId="{7E041646-16DC-F549-B592-B18DF9989238}" type="presParOf" srcId="{DA3EA1F9-0F1D-46EC-B58C-4C94C428266C}" destId="{80612DF2-CB5F-491F-910D-50FD4FF5F716}" srcOrd="0" destOrd="0" presId="urn:microsoft.com/office/officeart/2018/2/layout/IconLabelList"/>
    <dgm:cxn modelId="{F8FFE405-9694-6E40-A4FA-0A9AAE7C679B}" type="presParOf" srcId="{DA3EA1F9-0F1D-46EC-B58C-4C94C428266C}" destId="{B222B531-B08A-42C7-9830-BAEFBC5CCE6C}" srcOrd="1" destOrd="0" presId="urn:microsoft.com/office/officeart/2018/2/layout/IconLabelList"/>
    <dgm:cxn modelId="{6AC2E954-AF12-AF43-9796-A65226B44CCA}" type="presParOf" srcId="{DA3EA1F9-0F1D-46EC-B58C-4C94C428266C}" destId="{00BDC9CA-EA40-4267-B945-57F9B053F48D}" srcOrd="2" destOrd="0" presId="urn:microsoft.com/office/officeart/2018/2/layout/IconLabelList"/>
    <dgm:cxn modelId="{93D7AE8A-D989-CB45-9FE6-C3F0D3B29450}" type="presParOf" srcId="{B65ED54D-3398-4CD0-8877-D2C094BA7DA3}" destId="{6CC55476-FDF7-4A88-A93C-25BA18E21ADC}" srcOrd="1" destOrd="0" presId="urn:microsoft.com/office/officeart/2018/2/layout/IconLabelList"/>
    <dgm:cxn modelId="{64C6E212-6823-6F4C-B605-F5C59A75621E}" type="presParOf" srcId="{B65ED54D-3398-4CD0-8877-D2C094BA7DA3}" destId="{3CBE88C0-4FE5-47EE-8393-8D4D3E9187D0}" srcOrd="2" destOrd="0" presId="urn:microsoft.com/office/officeart/2018/2/layout/IconLabelList"/>
    <dgm:cxn modelId="{B0A41CFC-1685-0C43-A6A1-FC369BB48DD7}" type="presParOf" srcId="{3CBE88C0-4FE5-47EE-8393-8D4D3E9187D0}" destId="{6B274EEB-6116-43A4-84C3-74F38189E00F}" srcOrd="0" destOrd="0" presId="urn:microsoft.com/office/officeart/2018/2/layout/IconLabelList"/>
    <dgm:cxn modelId="{58176148-6930-4F49-BF5A-5E3BB1A5A203}" type="presParOf" srcId="{3CBE88C0-4FE5-47EE-8393-8D4D3E9187D0}" destId="{BF29E816-98CE-44ED-979F-8BAB7CDF9E3E}" srcOrd="1" destOrd="0" presId="urn:microsoft.com/office/officeart/2018/2/layout/IconLabelList"/>
    <dgm:cxn modelId="{78D1B85F-2DAF-E744-948D-C8257687B0A4}" type="presParOf" srcId="{3CBE88C0-4FE5-47EE-8393-8D4D3E9187D0}" destId="{A81DC23B-AA8D-413A-92F0-9061B50A9CDD}" srcOrd="2" destOrd="0" presId="urn:microsoft.com/office/officeart/2018/2/layout/IconLabelList"/>
    <dgm:cxn modelId="{AAF328CF-87AE-6F45-BA8B-F792CEF4D885}" type="presParOf" srcId="{B65ED54D-3398-4CD0-8877-D2C094BA7DA3}" destId="{F2569EB0-111A-456E-B05F-7B480D959638}" srcOrd="3" destOrd="0" presId="urn:microsoft.com/office/officeart/2018/2/layout/IconLabelList"/>
    <dgm:cxn modelId="{65D1648A-DB2F-0B43-A14E-33A4A1B1B0E8}" type="presParOf" srcId="{B65ED54D-3398-4CD0-8877-D2C094BA7DA3}" destId="{3D9D855B-EF32-47B7-A6C1-C531B207653E}" srcOrd="4" destOrd="0" presId="urn:microsoft.com/office/officeart/2018/2/layout/IconLabelList"/>
    <dgm:cxn modelId="{1EFD454A-F444-6041-8FA2-4BC1EFA3D3B0}" type="presParOf" srcId="{3D9D855B-EF32-47B7-A6C1-C531B207653E}" destId="{FE948E39-D41A-43B1-B4C8-623DC40F1D67}" srcOrd="0" destOrd="0" presId="urn:microsoft.com/office/officeart/2018/2/layout/IconLabelList"/>
    <dgm:cxn modelId="{A884E0EE-B0EA-D741-A78F-1C07B1164931}" type="presParOf" srcId="{3D9D855B-EF32-47B7-A6C1-C531B207653E}" destId="{D0E71414-6255-428A-A6DE-6DCB64C622B7}" srcOrd="1" destOrd="0" presId="urn:microsoft.com/office/officeart/2018/2/layout/IconLabelList"/>
    <dgm:cxn modelId="{98DA84AD-F6E0-C640-B897-2B7B4BE65099}" type="presParOf" srcId="{3D9D855B-EF32-47B7-A6C1-C531B207653E}" destId="{709E269F-F76C-4D48-BFD8-B189776A73CD}" srcOrd="2" destOrd="0" presId="urn:microsoft.com/office/officeart/2018/2/layout/IconLabelList"/>
    <dgm:cxn modelId="{F7E1CCCD-DE98-384A-8BE9-AC6DBDE73551}" type="presParOf" srcId="{B65ED54D-3398-4CD0-8877-D2C094BA7DA3}" destId="{D97DF5AF-D43B-45B9-81AD-51137AB71219}" srcOrd="5" destOrd="0" presId="urn:microsoft.com/office/officeart/2018/2/layout/IconLabelList"/>
    <dgm:cxn modelId="{9F3DD943-8D9E-784E-8EB9-5338C80A6354}" type="presParOf" srcId="{B65ED54D-3398-4CD0-8877-D2C094BA7DA3}" destId="{A21EB34A-C465-4942-A6D2-9B8D3E0D93C2}" srcOrd="6" destOrd="0" presId="urn:microsoft.com/office/officeart/2018/2/layout/IconLabelList"/>
    <dgm:cxn modelId="{BF026C5B-1CF3-A040-BD38-2D4A72221522}" type="presParOf" srcId="{A21EB34A-C465-4942-A6D2-9B8D3E0D93C2}" destId="{AF431D48-CA1A-44AA-B94B-D24FD65617D5}" srcOrd="0" destOrd="0" presId="urn:microsoft.com/office/officeart/2018/2/layout/IconLabelList"/>
    <dgm:cxn modelId="{312470B9-F450-CF45-951A-B5D0B2E4F6C5}" type="presParOf" srcId="{A21EB34A-C465-4942-A6D2-9B8D3E0D93C2}" destId="{6B089C8E-4E9E-462B-A81F-384295C45B92}" srcOrd="1" destOrd="0" presId="urn:microsoft.com/office/officeart/2018/2/layout/IconLabelList"/>
    <dgm:cxn modelId="{B623F78C-E8DD-D24A-96F4-4C78579C6D9F}" type="presParOf" srcId="{A21EB34A-C465-4942-A6D2-9B8D3E0D93C2}" destId="{273FCF01-CA32-47BF-A83D-834877B881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05127D1-4809-4EEE-8419-5197FCF6D96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C3C2C282-F32A-4CCA-A11D-8D9FB890AAC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 ingestion</a:t>
          </a:r>
        </a:p>
      </dgm:t>
    </dgm:pt>
    <dgm:pt modelId="{47C1E475-4C4C-4565-B37B-C979B5815A2E}" type="parTrans" cxnId="{E61BB3CF-6418-4539-9107-D07E8A7C065F}">
      <dgm:prSet/>
      <dgm:spPr/>
      <dgm:t>
        <a:bodyPr/>
        <a:lstStyle/>
        <a:p>
          <a:endParaRPr lang="en-US"/>
        </a:p>
      </dgm:t>
    </dgm:pt>
    <dgm:pt modelId="{70F9AD85-FE93-4930-B10C-6595F2D4E55C}" type="sibTrans" cxnId="{E61BB3CF-6418-4539-9107-D07E8A7C065F}">
      <dgm:prSet/>
      <dgm:spPr/>
      <dgm:t>
        <a:bodyPr/>
        <a:lstStyle/>
        <a:p>
          <a:endParaRPr lang="en-US"/>
        </a:p>
      </dgm:t>
    </dgm:pt>
    <dgm:pt modelId="{E6EF688C-1FCB-4A99-86D5-993DE5A5DB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 preprocessing </a:t>
          </a:r>
        </a:p>
      </dgm:t>
    </dgm:pt>
    <dgm:pt modelId="{6B8F148B-E23C-4354-8D05-FCC9E66F3D47}" type="parTrans" cxnId="{45736786-A8F4-4046-B5B5-A7B130D53620}">
      <dgm:prSet/>
      <dgm:spPr/>
      <dgm:t>
        <a:bodyPr/>
        <a:lstStyle/>
        <a:p>
          <a:endParaRPr lang="en-US"/>
        </a:p>
      </dgm:t>
    </dgm:pt>
    <dgm:pt modelId="{FDF4084C-2477-4981-874D-958D3AE0C0A1}" type="sibTrans" cxnId="{45736786-A8F4-4046-B5B5-A7B130D53620}">
      <dgm:prSet/>
      <dgm:spPr/>
      <dgm:t>
        <a:bodyPr/>
        <a:lstStyle/>
        <a:p>
          <a:endParaRPr lang="en-US"/>
        </a:p>
      </dgm:t>
    </dgm:pt>
    <dgm:pt modelId="{63D5B72F-E97F-40A1-96D4-76E1000987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Feature engineering </a:t>
          </a:r>
        </a:p>
      </dgm:t>
    </dgm:pt>
    <dgm:pt modelId="{644AB4E9-518A-404A-9722-9CC8FCDFA5F4}" type="parTrans" cxnId="{1217D298-8926-4801-BDB4-68090930D1B6}">
      <dgm:prSet/>
      <dgm:spPr/>
      <dgm:t>
        <a:bodyPr/>
        <a:lstStyle/>
        <a:p>
          <a:endParaRPr lang="en-US"/>
        </a:p>
      </dgm:t>
    </dgm:pt>
    <dgm:pt modelId="{5E8FB44B-ED80-49E9-A2A5-82248A4F67D5}" type="sibTrans" cxnId="{1217D298-8926-4801-BDB4-68090930D1B6}">
      <dgm:prSet/>
      <dgm:spPr/>
      <dgm:t>
        <a:bodyPr/>
        <a:lstStyle/>
        <a:p>
          <a:endParaRPr lang="en-US"/>
        </a:p>
      </dgm:t>
    </dgm:pt>
    <dgm:pt modelId="{F9CB428C-6BB7-4B2B-A29F-B9161A56FE9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Model training </a:t>
          </a:r>
        </a:p>
      </dgm:t>
    </dgm:pt>
    <dgm:pt modelId="{EACDBA85-DABA-4AFE-A0F8-AD0E8607FAE8}" type="parTrans" cxnId="{3EB4A49A-385F-446E-A880-3FA5094A0072}">
      <dgm:prSet/>
      <dgm:spPr/>
      <dgm:t>
        <a:bodyPr/>
        <a:lstStyle/>
        <a:p>
          <a:endParaRPr lang="en-US"/>
        </a:p>
      </dgm:t>
    </dgm:pt>
    <dgm:pt modelId="{C9108AD1-4D4A-4435-A26C-13EE824002C7}" type="sibTrans" cxnId="{3EB4A49A-385F-446E-A880-3FA5094A0072}">
      <dgm:prSet/>
      <dgm:spPr/>
      <dgm:t>
        <a:bodyPr/>
        <a:lstStyle/>
        <a:p>
          <a:endParaRPr lang="en-US"/>
        </a:p>
      </dgm:t>
    </dgm:pt>
    <dgm:pt modelId="{D21C3261-2837-4450-A201-C0B8FA62236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Model evaluation </a:t>
          </a:r>
        </a:p>
      </dgm:t>
    </dgm:pt>
    <dgm:pt modelId="{6700E057-CFE1-4502-9C62-EFD4BBF06A90}" type="parTrans" cxnId="{6BF2DAE8-0460-4B74-82D4-654DDBEFE16F}">
      <dgm:prSet/>
      <dgm:spPr/>
      <dgm:t>
        <a:bodyPr/>
        <a:lstStyle/>
        <a:p>
          <a:endParaRPr lang="en-US"/>
        </a:p>
      </dgm:t>
    </dgm:pt>
    <dgm:pt modelId="{EF96B31F-7E21-4D01-9A22-DD1B77C84230}" type="sibTrans" cxnId="{6BF2DAE8-0460-4B74-82D4-654DDBEFE16F}">
      <dgm:prSet/>
      <dgm:spPr/>
      <dgm:t>
        <a:bodyPr/>
        <a:lstStyle/>
        <a:p>
          <a:endParaRPr lang="en-US"/>
        </a:p>
      </dgm:t>
    </dgm:pt>
    <dgm:pt modelId="{A7D22A76-BC2A-4298-828B-DDD9017F14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Model explainability (SHAP)</a:t>
          </a:r>
        </a:p>
      </dgm:t>
    </dgm:pt>
    <dgm:pt modelId="{F4BA9440-AB34-43F8-87E2-2A71B672A9FF}" type="parTrans" cxnId="{18C0605A-B884-4F6E-AF93-0AC478D5D6BF}">
      <dgm:prSet/>
      <dgm:spPr/>
      <dgm:t>
        <a:bodyPr/>
        <a:lstStyle/>
        <a:p>
          <a:endParaRPr lang="en-US"/>
        </a:p>
      </dgm:t>
    </dgm:pt>
    <dgm:pt modelId="{24A51B28-06FA-40A3-8D93-9FD252C40809}" type="sibTrans" cxnId="{18C0605A-B884-4F6E-AF93-0AC478D5D6BF}">
      <dgm:prSet/>
      <dgm:spPr/>
      <dgm:t>
        <a:bodyPr/>
        <a:lstStyle/>
        <a:p>
          <a:endParaRPr lang="en-US"/>
        </a:p>
      </dgm:t>
    </dgm:pt>
    <dgm:pt modelId="{75C00A1A-0424-4DAC-81BC-23C1B58024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Risk Prediction Output</a:t>
          </a:r>
        </a:p>
      </dgm:t>
    </dgm:pt>
    <dgm:pt modelId="{B27B0EB7-B26A-4A08-9E5A-0670331ADC1E}" type="parTrans" cxnId="{E75385C4-0BC2-4530-A73F-3B4B0984C805}">
      <dgm:prSet/>
      <dgm:spPr/>
      <dgm:t>
        <a:bodyPr/>
        <a:lstStyle/>
        <a:p>
          <a:endParaRPr lang="en-US"/>
        </a:p>
      </dgm:t>
    </dgm:pt>
    <dgm:pt modelId="{8E5F9C57-6639-4EC1-AB25-06853E245C67}" type="sibTrans" cxnId="{E75385C4-0BC2-4530-A73F-3B4B0984C805}">
      <dgm:prSet/>
      <dgm:spPr/>
      <dgm:t>
        <a:bodyPr/>
        <a:lstStyle/>
        <a:p>
          <a:endParaRPr lang="en-US"/>
        </a:p>
      </dgm:t>
    </dgm:pt>
    <dgm:pt modelId="{8D4E33E2-3EC9-4AA4-973F-A106E29220D6}" type="pres">
      <dgm:prSet presAssocID="{205127D1-4809-4EEE-8419-5197FCF6D961}" presName="root" presStyleCnt="0">
        <dgm:presLayoutVars>
          <dgm:dir/>
          <dgm:resizeHandles val="exact"/>
        </dgm:presLayoutVars>
      </dgm:prSet>
      <dgm:spPr/>
    </dgm:pt>
    <dgm:pt modelId="{80F83A02-71C6-45A1-9957-96B8E79BCBFB}" type="pres">
      <dgm:prSet presAssocID="{C3C2C282-F32A-4CCA-A11D-8D9FB890AAC9}" presName="compNode" presStyleCnt="0"/>
      <dgm:spPr/>
    </dgm:pt>
    <dgm:pt modelId="{E036DDCC-5FB6-47E0-8D00-45BA15E12C36}" type="pres">
      <dgm:prSet presAssocID="{C3C2C282-F32A-4CCA-A11D-8D9FB890AAC9}" presName="iconBgRect" presStyleLbl="bgShp" presStyleIdx="0" presStyleCnt="7"/>
      <dgm:spPr/>
    </dgm:pt>
    <dgm:pt modelId="{FFBCE66B-339B-4E22-8F70-BFA22D8352D1}" type="pres">
      <dgm:prSet presAssocID="{C3C2C282-F32A-4CCA-A11D-8D9FB890AAC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AA8ABDC-0132-4F34-91ED-51F150F6A06F}" type="pres">
      <dgm:prSet presAssocID="{C3C2C282-F32A-4CCA-A11D-8D9FB890AAC9}" presName="spaceRect" presStyleCnt="0"/>
      <dgm:spPr/>
    </dgm:pt>
    <dgm:pt modelId="{1925505B-F49C-474A-8839-12927B4A5E42}" type="pres">
      <dgm:prSet presAssocID="{C3C2C282-F32A-4CCA-A11D-8D9FB890AAC9}" presName="textRect" presStyleLbl="revTx" presStyleIdx="0" presStyleCnt="7">
        <dgm:presLayoutVars>
          <dgm:chMax val="1"/>
          <dgm:chPref val="1"/>
        </dgm:presLayoutVars>
      </dgm:prSet>
      <dgm:spPr/>
    </dgm:pt>
    <dgm:pt modelId="{301A1D0D-73E4-4640-8FFA-321D661D963E}" type="pres">
      <dgm:prSet presAssocID="{70F9AD85-FE93-4930-B10C-6595F2D4E55C}" presName="sibTrans" presStyleCnt="0"/>
      <dgm:spPr/>
    </dgm:pt>
    <dgm:pt modelId="{7234875C-C0D2-4F48-BB52-5B7CC7A20110}" type="pres">
      <dgm:prSet presAssocID="{E6EF688C-1FCB-4A99-86D5-993DE5A5DB2E}" presName="compNode" presStyleCnt="0"/>
      <dgm:spPr/>
    </dgm:pt>
    <dgm:pt modelId="{4ACB6F69-DED1-493C-B71A-755060640422}" type="pres">
      <dgm:prSet presAssocID="{E6EF688C-1FCB-4A99-86D5-993DE5A5DB2E}" presName="iconBgRect" presStyleLbl="bgShp" presStyleIdx="1" presStyleCnt="7"/>
      <dgm:spPr/>
    </dgm:pt>
    <dgm:pt modelId="{87F8A470-1127-43CE-9765-C22E128C5118}" type="pres">
      <dgm:prSet presAssocID="{E6EF688C-1FCB-4A99-86D5-993DE5A5DB2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86C856F-52F4-44EE-A74F-2EE895CD6BBB}" type="pres">
      <dgm:prSet presAssocID="{E6EF688C-1FCB-4A99-86D5-993DE5A5DB2E}" presName="spaceRect" presStyleCnt="0"/>
      <dgm:spPr/>
    </dgm:pt>
    <dgm:pt modelId="{1E9E7CB2-9B76-410F-A974-F262E0F373CD}" type="pres">
      <dgm:prSet presAssocID="{E6EF688C-1FCB-4A99-86D5-993DE5A5DB2E}" presName="textRect" presStyleLbl="revTx" presStyleIdx="1" presStyleCnt="7">
        <dgm:presLayoutVars>
          <dgm:chMax val="1"/>
          <dgm:chPref val="1"/>
        </dgm:presLayoutVars>
      </dgm:prSet>
      <dgm:spPr/>
    </dgm:pt>
    <dgm:pt modelId="{694B2087-B271-49B0-95C2-53A4FDBEE1A4}" type="pres">
      <dgm:prSet presAssocID="{FDF4084C-2477-4981-874D-958D3AE0C0A1}" presName="sibTrans" presStyleCnt="0"/>
      <dgm:spPr/>
    </dgm:pt>
    <dgm:pt modelId="{E6144557-65B5-4BFC-8F37-819E451F7BC3}" type="pres">
      <dgm:prSet presAssocID="{63D5B72F-E97F-40A1-96D4-76E100098712}" presName="compNode" presStyleCnt="0"/>
      <dgm:spPr/>
    </dgm:pt>
    <dgm:pt modelId="{699719DC-9603-46CB-80C1-6FDFBADBB6D4}" type="pres">
      <dgm:prSet presAssocID="{63D5B72F-E97F-40A1-96D4-76E100098712}" presName="iconBgRect" presStyleLbl="bgShp" presStyleIdx="2" presStyleCnt="7"/>
      <dgm:spPr/>
    </dgm:pt>
    <dgm:pt modelId="{D1EF5FA0-2CD3-4709-9422-91072EEA2CE9}" type="pres">
      <dgm:prSet presAssocID="{63D5B72F-E97F-40A1-96D4-76E10009871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5932DDD-61FC-4F60-83C2-8B040C90DEBF}" type="pres">
      <dgm:prSet presAssocID="{63D5B72F-E97F-40A1-96D4-76E100098712}" presName="spaceRect" presStyleCnt="0"/>
      <dgm:spPr/>
    </dgm:pt>
    <dgm:pt modelId="{1867464B-4062-4604-80AD-496E5F12C385}" type="pres">
      <dgm:prSet presAssocID="{63D5B72F-E97F-40A1-96D4-76E100098712}" presName="textRect" presStyleLbl="revTx" presStyleIdx="2" presStyleCnt="7">
        <dgm:presLayoutVars>
          <dgm:chMax val="1"/>
          <dgm:chPref val="1"/>
        </dgm:presLayoutVars>
      </dgm:prSet>
      <dgm:spPr/>
    </dgm:pt>
    <dgm:pt modelId="{E1610385-A66D-497F-BB75-251B922BE4C4}" type="pres">
      <dgm:prSet presAssocID="{5E8FB44B-ED80-49E9-A2A5-82248A4F67D5}" presName="sibTrans" presStyleCnt="0"/>
      <dgm:spPr/>
    </dgm:pt>
    <dgm:pt modelId="{1808CFF3-B3A3-463B-93F7-FE862BB55A03}" type="pres">
      <dgm:prSet presAssocID="{F9CB428C-6BB7-4B2B-A29F-B9161A56FE95}" presName="compNode" presStyleCnt="0"/>
      <dgm:spPr/>
    </dgm:pt>
    <dgm:pt modelId="{3919875D-29C9-48ED-9E08-3012EBA3E868}" type="pres">
      <dgm:prSet presAssocID="{F9CB428C-6BB7-4B2B-A29F-B9161A56FE95}" presName="iconBgRect" presStyleLbl="bgShp" presStyleIdx="3" presStyleCnt="7"/>
      <dgm:spPr/>
    </dgm:pt>
    <dgm:pt modelId="{7540600F-C2B7-46E2-9504-1D09ABF18680}" type="pres">
      <dgm:prSet presAssocID="{F9CB428C-6BB7-4B2B-A29F-B9161A56FE95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A2E1D4EF-460A-4ED8-9199-2F5C6F50F8BA}" type="pres">
      <dgm:prSet presAssocID="{F9CB428C-6BB7-4B2B-A29F-B9161A56FE95}" presName="spaceRect" presStyleCnt="0"/>
      <dgm:spPr/>
    </dgm:pt>
    <dgm:pt modelId="{207D15FD-D29E-4D39-BE99-E80DC6953B8F}" type="pres">
      <dgm:prSet presAssocID="{F9CB428C-6BB7-4B2B-A29F-B9161A56FE95}" presName="textRect" presStyleLbl="revTx" presStyleIdx="3" presStyleCnt="7">
        <dgm:presLayoutVars>
          <dgm:chMax val="1"/>
          <dgm:chPref val="1"/>
        </dgm:presLayoutVars>
      </dgm:prSet>
      <dgm:spPr/>
    </dgm:pt>
    <dgm:pt modelId="{726479BA-1750-4007-AEAC-E012342A2B9C}" type="pres">
      <dgm:prSet presAssocID="{C9108AD1-4D4A-4435-A26C-13EE824002C7}" presName="sibTrans" presStyleCnt="0"/>
      <dgm:spPr/>
    </dgm:pt>
    <dgm:pt modelId="{2DC38944-B398-4A86-A2B2-8AE9246B23C0}" type="pres">
      <dgm:prSet presAssocID="{D21C3261-2837-4450-A201-C0B8FA622369}" presName="compNode" presStyleCnt="0"/>
      <dgm:spPr/>
    </dgm:pt>
    <dgm:pt modelId="{F544024A-51E7-4C33-B4AF-8738565C0643}" type="pres">
      <dgm:prSet presAssocID="{D21C3261-2837-4450-A201-C0B8FA622369}" presName="iconBgRect" presStyleLbl="bgShp" presStyleIdx="4" presStyleCnt="7"/>
      <dgm:spPr/>
    </dgm:pt>
    <dgm:pt modelId="{72DCC237-D126-428E-BF22-A146A1CAE2C6}" type="pres">
      <dgm:prSet presAssocID="{D21C3261-2837-4450-A201-C0B8FA62236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C3C2297-9E63-47BA-9E93-4FE951D9C124}" type="pres">
      <dgm:prSet presAssocID="{D21C3261-2837-4450-A201-C0B8FA622369}" presName="spaceRect" presStyleCnt="0"/>
      <dgm:spPr/>
    </dgm:pt>
    <dgm:pt modelId="{36A8B224-22D5-4B2F-AD86-9BAF0229182E}" type="pres">
      <dgm:prSet presAssocID="{D21C3261-2837-4450-A201-C0B8FA622369}" presName="textRect" presStyleLbl="revTx" presStyleIdx="4" presStyleCnt="7">
        <dgm:presLayoutVars>
          <dgm:chMax val="1"/>
          <dgm:chPref val="1"/>
        </dgm:presLayoutVars>
      </dgm:prSet>
      <dgm:spPr/>
    </dgm:pt>
    <dgm:pt modelId="{B9A3D519-AC00-49E3-91EF-3A7E9D453140}" type="pres">
      <dgm:prSet presAssocID="{EF96B31F-7E21-4D01-9A22-DD1B77C84230}" presName="sibTrans" presStyleCnt="0"/>
      <dgm:spPr/>
    </dgm:pt>
    <dgm:pt modelId="{633E9208-BA12-42D0-982D-31D67D1B6219}" type="pres">
      <dgm:prSet presAssocID="{A7D22A76-BC2A-4298-828B-DDD9017F1491}" presName="compNode" presStyleCnt="0"/>
      <dgm:spPr/>
    </dgm:pt>
    <dgm:pt modelId="{43D0CD02-3541-4068-A1D9-0FFF86435D32}" type="pres">
      <dgm:prSet presAssocID="{A7D22A76-BC2A-4298-828B-DDD9017F1491}" presName="iconBgRect" presStyleLbl="bgShp" presStyleIdx="5" presStyleCnt="7"/>
      <dgm:spPr/>
    </dgm:pt>
    <dgm:pt modelId="{1EEC91D2-7BEE-48F6-B699-4CD97E4E5005}" type="pres">
      <dgm:prSet presAssocID="{A7D22A76-BC2A-4298-828B-DDD9017F149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D8FF7C0E-868B-4A68-8C94-02EF585B307A}" type="pres">
      <dgm:prSet presAssocID="{A7D22A76-BC2A-4298-828B-DDD9017F1491}" presName="spaceRect" presStyleCnt="0"/>
      <dgm:spPr/>
    </dgm:pt>
    <dgm:pt modelId="{8E05FAC0-EF20-4E75-9123-DCE3D46F4200}" type="pres">
      <dgm:prSet presAssocID="{A7D22A76-BC2A-4298-828B-DDD9017F1491}" presName="textRect" presStyleLbl="revTx" presStyleIdx="5" presStyleCnt="7">
        <dgm:presLayoutVars>
          <dgm:chMax val="1"/>
          <dgm:chPref val="1"/>
        </dgm:presLayoutVars>
      </dgm:prSet>
      <dgm:spPr/>
    </dgm:pt>
    <dgm:pt modelId="{39077C0D-216C-406A-8AC8-5E0B51318650}" type="pres">
      <dgm:prSet presAssocID="{24A51B28-06FA-40A3-8D93-9FD252C40809}" presName="sibTrans" presStyleCnt="0"/>
      <dgm:spPr/>
    </dgm:pt>
    <dgm:pt modelId="{647596F7-D833-4459-BC6B-1C99E9B96CCA}" type="pres">
      <dgm:prSet presAssocID="{75C00A1A-0424-4DAC-81BC-23C1B5802413}" presName="compNode" presStyleCnt="0"/>
      <dgm:spPr/>
    </dgm:pt>
    <dgm:pt modelId="{3A39D192-E9CF-4B08-9B3D-528F6151A609}" type="pres">
      <dgm:prSet presAssocID="{75C00A1A-0424-4DAC-81BC-23C1B5802413}" presName="iconBgRect" presStyleLbl="bgShp" presStyleIdx="6" presStyleCnt="7"/>
      <dgm:spPr/>
    </dgm:pt>
    <dgm:pt modelId="{A04133F8-02D9-4A73-BE72-8364E6141435}" type="pres">
      <dgm:prSet presAssocID="{75C00A1A-0424-4DAC-81BC-23C1B580241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23D3FE5-87C9-4DE1-815D-0AE4A2B8C7F9}" type="pres">
      <dgm:prSet presAssocID="{75C00A1A-0424-4DAC-81BC-23C1B5802413}" presName="spaceRect" presStyleCnt="0"/>
      <dgm:spPr/>
    </dgm:pt>
    <dgm:pt modelId="{F17FEF9C-8590-48FA-B6D9-AD4D271FE420}" type="pres">
      <dgm:prSet presAssocID="{75C00A1A-0424-4DAC-81BC-23C1B5802413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C4BB1A45-FF63-440E-8510-31FE8CE30DB7}" type="presOf" srcId="{C3C2C282-F32A-4CCA-A11D-8D9FB890AAC9}" destId="{1925505B-F49C-474A-8839-12927B4A5E42}" srcOrd="0" destOrd="0" presId="urn:microsoft.com/office/officeart/2018/5/layout/IconCircleLabelList"/>
    <dgm:cxn modelId="{87B7AB53-DD84-4144-A585-F2BE939055B0}" type="presOf" srcId="{75C00A1A-0424-4DAC-81BC-23C1B5802413}" destId="{F17FEF9C-8590-48FA-B6D9-AD4D271FE420}" srcOrd="0" destOrd="0" presId="urn:microsoft.com/office/officeart/2018/5/layout/IconCircleLabelList"/>
    <dgm:cxn modelId="{18C0605A-B884-4F6E-AF93-0AC478D5D6BF}" srcId="{205127D1-4809-4EEE-8419-5197FCF6D961}" destId="{A7D22A76-BC2A-4298-828B-DDD9017F1491}" srcOrd="5" destOrd="0" parTransId="{F4BA9440-AB34-43F8-87E2-2A71B672A9FF}" sibTransId="{24A51B28-06FA-40A3-8D93-9FD252C40809}"/>
    <dgm:cxn modelId="{23F4605C-CCF3-4E4C-88F8-40DA83884E23}" type="presOf" srcId="{F9CB428C-6BB7-4B2B-A29F-B9161A56FE95}" destId="{207D15FD-D29E-4D39-BE99-E80DC6953B8F}" srcOrd="0" destOrd="0" presId="urn:microsoft.com/office/officeart/2018/5/layout/IconCircleLabelList"/>
    <dgm:cxn modelId="{26FB2265-C2BA-4F0C-8591-B3E6E9E9EA60}" type="presOf" srcId="{A7D22A76-BC2A-4298-828B-DDD9017F1491}" destId="{8E05FAC0-EF20-4E75-9123-DCE3D46F4200}" srcOrd="0" destOrd="0" presId="urn:microsoft.com/office/officeart/2018/5/layout/IconCircleLabelList"/>
    <dgm:cxn modelId="{45736786-A8F4-4046-B5B5-A7B130D53620}" srcId="{205127D1-4809-4EEE-8419-5197FCF6D961}" destId="{E6EF688C-1FCB-4A99-86D5-993DE5A5DB2E}" srcOrd="1" destOrd="0" parTransId="{6B8F148B-E23C-4354-8D05-FCC9E66F3D47}" sibTransId="{FDF4084C-2477-4981-874D-958D3AE0C0A1}"/>
    <dgm:cxn modelId="{03682291-3964-40C5-8B0E-5468F209841D}" type="presOf" srcId="{63D5B72F-E97F-40A1-96D4-76E100098712}" destId="{1867464B-4062-4604-80AD-496E5F12C385}" srcOrd="0" destOrd="0" presId="urn:microsoft.com/office/officeart/2018/5/layout/IconCircleLabelList"/>
    <dgm:cxn modelId="{1217D298-8926-4801-BDB4-68090930D1B6}" srcId="{205127D1-4809-4EEE-8419-5197FCF6D961}" destId="{63D5B72F-E97F-40A1-96D4-76E100098712}" srcOrd="2" destOrd="0" parTransId="{644AB4E9-518A-404A-9722-9CC8FCDFA5F4}" sibTransId="{5E8FB44B-ED80-49E9-A2A5-82248A4F67D5}"/>
    <dgm:cxn modelId="{3EB4A49A-385F-446E-A880-3FA5094A0072}" srcId="{205127D1-4809-4EEE-8419-5197FCF6D961}" destId="{F9CB428C-6BB7-4B2B-A29F-B9161A56FE95}" srcOrd="3" destOrd="0" parTransId="{EACDBA85-DABA-4AFE-A0F8-AD0E8607FAE8}" sibTransId="{C9108AD1-4D4A-4435-A26C-13EE824002C7}"/>
    <dgm:cxn modelId="{745C1CA1-A115-4457-A037-F7EAC2C05B0F}" type="presOf" srcId="{205127D1-4809-4EEE-8419-5197FCF6D961}" destId="{8D4E33E2-3EC9-4AA4-973F-A106E29220D6}" srcOrd="0" destOrd="0" presId="urn:microsoft.com/office/officeart/2018/5/layout/IconCircleLabelList"/>
    <dgm:cxn modelId="{E75385C4-0BC2-4530-A73F-3B4B0984C805}" srcId="{205127D1-4809-4EEE-8419-5197FCF6D961}" destId="{75C00A1A-0424-4DAC-81BC-23C1B5802413}" srcOrd="6" destOrd="0" parTransId="{B27B0EB7-B26A-4A08-9E5A-0670331ADC1E}" sibTransId="{8E5F9C57-6639-4EC1-AB25-06853E245C67}"/>
    <dgm:cxn modelId="{E61BB3CF-6418-4539-9107-D07E8A7C065F}" srcId="{205127D1-4809-4EEE-8419-5197FCF6D961}" destId="{C3C2C282-F32A-4CCA-A11D-8D9FB890AAC9}" srcOrd="0" destOrd="0" parTransId="{47C1E475-4C4C-4565-B37B-C979B5815A2E}" sibTransId="{70F9AD85-FE93-4930-B10C-6595F2D4E55C}"/>
    <dgm:cxn modelId="{BA513FE8-4BE2-49B0-9F59-12A4600B0D17}" type="presOf" srcId="{E6EF688C-1FCB-4A99-86D5-993DE5A5DB2E}" destId="{1E9E7CB2-9B76-410F-A974-F262E0F373CD}" srcOrd="0" destOrd="0" presId="urn:microsoft.com/office/officeart/2018/5/layout/IconCircleLabelList"/>
    <dgm:cxn modelId="{AEBF7AE8-AB8C-4CB0-B266-CB172114AA19}" type="presOf" srcId="{D21C3261-2837-4450-A201-C0B8FA622369}" destId="{36A8B224-22D5-4B2F-AD86-9BAF0229182E}" srcOrd="0" destOrd="0" presId="urn:microsoft.com/office/officeart/2018/5/layout/IconCircleLabelList"/>
    <dgm:cxn modelId="{6BF2DAE8-0460-4B74-82D4-654DDBEFE16F}" srcId="{205127D1-4809-4EEE-8419-5197FCF6D961}" destId="{D21C3261-2837-4450-A201-C0B8FA622369}" srcOrd="4" destOrd="0" parTransId="{6700E057-CFE1-4502-9C62-EFD4BBF06A90}" sibTransId="{EF96B31F-7E21-4D01-9A22-DD1B77C84230}"/>
    <dgm:cxn modelId="{B0DE2AFA-CADD-4942-9D85-9BF32ACEE15F}" type="presParOf" srcId="{8D4E33E2-3EC9-4AA4-973F-A106E29220D6}" destId="{80F83A02-71C6-45A1-9957-96B8E79BCBFB}" srcOrd="0" destOrd="0" presId="urn:microsoft.com/office/officeart/2018/5/layout/IconCircleLabelList"/>
    <dgm:cxn modelId="{7E4BA5DD-91D3-490D-B88A-4C10510B93B2}" type="presParOf" srcId="{80F83A02-71C6-45A1-9957-96B8E79BCBFB}" destId="{E036DDCC-5FB6-47E0-8D00-45BA15E12C36}" srcOrd="0" destOrd="0" presId="urn:microsoft.com/office/officeart/2018/5/layout/IconCircleLabelList"/>
    <dgm:cxn modelId="{9E6403B4-F737-4985-B1E2-AFAA496545E7}" type="presParOf" srcId="{80F83A02-71C6-45A1-9957-96B8E79BCBFB}" destId="{FFBCE66B-339B-4E22-8F70-BFA22D8352D1}" srcOrd="1" destOrd="0" presId="urn:microsoft.com/office/officeart/2018/5/layout/IconCircleLabelList"/>
    <dgm:cxn modelId="{B36BF928-0268-40EC-A08F-934161473424}" type="presParOf" srcId="{80F83A02-71C6-45A1-9957-96B8E79BCBFB}" destId="{2AA8ABDC-0132-4F34-91ED-51F150F6A06F}" srcOrd="2" destOrd="0" presId="urn:microsoft.com/office/officeart/2018/5/layout/IconCircleLabelList"/>
    <dgm:cxn modelId="{1A71F9A0-BC81-4829-B611-BA8FBF99C076}" type="presParOf" srcId="{80F83A02-71C6-45A1-9957-96B8E79BCBFB}" destId="{1925505B-F49C-474A-8839-12927B4A5E42}" srcOrd="3" destOrd="0" presId="urn:microsoft.com/office/officeart/2018/5/layout/IconCircleLabelList"/>
    <dgm:cxn modelId="{D6EAA539-17A8-4BC4-956F-EED18CF554D4}" type="presParOf" srcId="{8D4E33E2-3EC9-4AA4-973F-A106E29220D6}" destId="{301A1D0D-73E4-4640-8FFA-321D661D963E}" srcOrd="1" destOrd="0" presId="urn:microsoft.com/office/officeart/2018/5/layout/IconCircleLabelList"/>
    <dgm:cxn modelId="{C9607787-9BC7-4977-A404-DAC2726D7C50}" type="presParOf" srcId="{8D4E33E2-3EC9-4AA4-973F-A106E29220D6}" destId="{7234875C-C0D2-4F48-BB52-5B7CC7A20110}" srcOrd="2" destOrd="0" presId="urn:microsoft.com/office/officeart/2018/5/layout/IconCircleLabelList"/>
    <dgm:cxn modelId="{73EF58B5-C387-4D3F-8788-A2A63AB36588}" type="presParOf" srcId="{7234875C-C0D2-4F48-BB52-5B7CC7A20110}" destId="{4ACB6F69-DED1-493C-B71A-755060640422}" srcOrd="0" destOrd="0" presId="urn:microsoft.com/office/officeart/2018/5/layout/IconCircleLabelList"/>
    <dgm:cxn modelId="{584D09F2-3670-4656-B5A2-2F2505AF870F}" type="presParOf" srcId="{7234875C-C0D2-4F48-BB52-5B7CC7A20110}" destId="{87F8A470-1127-43CE-9765-C22E128C5118}" srcOrd="1" destOrd="0" presId="urn:microsoft.com/office/officeart/2018/5/layout/IconCircleLabelList"/>
    <dgm:cxn modelId="{468976DB-9682-460B-8D34-A33EE5136A46}" type="presParOf" srcId="{7234875C-C0D2-4F48-BB52-5B7CC7A20110}" destId="{B86C856F-52F4-44EE-A74F-2EE895CD6BBB}" srcOrd="2" destOrd="0" presId="urn:microsoft.com/office/officeart/2018/5/layout/IconCircleLabelList"/>
    <dgm:cxn modelId="{143EC272-1506-4AA0-9FC4-6688C8EF3DB7}" type="presParOf" srcId="{7234875C-C0D2-4F48-BB52-5B7CC7A20110}" destId="{1E9E7CB2-9B76-410F-A974-F262E0F373CD}" srcOrd="3" destOrd="0" presId="urn:microsoft.com/office/officeart/2018/5/layout/IconCircleLabelList"/>
    <dgm:cxn modelId="{60883C74-75D5-4E80-99E9-0EC98E80C356}" type="presParOf" srcId="{8D4E33E2-3EC9-4AA4-973F-A106E29220D6}" destId="{694B2087-B271-49B0-95C2-53A4FDBEE1A4}" srcOrd="3" destOrd="0" presId="urn:microsoft.com/office/officeart/2018/5/layout/IconCircleLabelList"/>
    <dgm:cxn modelId="{0FE76D35-C473-45C4-93D6-CF0F318B2266}" type="presParOf" srcId="{8D4E33E2-3EC9-4AA4-973F-A106E29220D6}" destId="{E6144557-65B5-4BFC-8F37-819E451F7BC3}" srcOrd="4" destOrd="0" presId="urn:microsoft.com/office/officeart/2018/5/layout/IconCircleLabelList"/>
    <dgm:cxn modelId="{FCDD1E6A-0730-4E03-AB2B-05D0509FCF28}" type="presParOf" srcId="{E6144557-65B5-4BFC-8F37-819E451F7BC3}" destId="{699719DC-9603-46CB-80C1-6FDFBADBB6D4}" srcOrd="0" destOrd="0" presId="urn:microsoft.com/office/officeart/2018/5/layout/IconCircleLabelList"/>
    <dgm:cxn modelId="{DDA82A0D-F51E-41E1-A93E-D1987960DDE3}" type="presParOf" srcId="{E6144557-65B5-4BFC-8F37-819E451F7BC3}" destId="{D1EF5FA0-2CD3-4709-9422-91072EEA2CE9}" srcOrd="1" destOrd="0" presId="urn:microsoft.com/office/officeart/2018/5/layout/IconCircleLabelList"/>
    <dgm:cxn modelId="{EEFEFEBA-F5FE-43ED-AE1C-A36F50064936}" type="presParOf" srcId="{E6144557-65B5-4BFC-8F37-819E451F7BC3}" destId="{45932DDD-61FC-4F60-83C2-8B040C90DEBF}" srcOrd="2" destOrd="0" presId="urn:microsoft.com/office/officeart/2018/5/layout/IconCircleLabelList"/>
    <dgm:cxn modelId="{D1262E54-077C-4819-A6F1-ED2BFB31A051}" type="presParOf" srcId="{E6144557-65B5-4BFC-8F37-819E451F7BC3}" destId="{1867464B-4062-4604-80AD-496E5F12C385}" srcOrd="3" destOrd="0" presId="urn:microsoft.com/office/officeart/2018/5/layout/IconCircleLabelList"/>
    <dgm:cxn modelId="{82BB161D-909A-423D-BEA6-4A607FC1D199}" type="presParOf" srcId="{8D4E33E2-3EC9-4AA4-973F-A106E29220D6}" destId="{E1610385-A66D-497F-BB75-251B922BE4C4}" srcOrd="5" destOrd="0" presId="urn:microsoft.com/office/officeart/2018/5/layout/IconCircleLabelList"/>
    <dgm:cxn modelId="{6F5E1781-D8AC-4D1C-AE94-B7D9B8588FB3}" type="presParOf" srcId="{8D4E33E2-3EC9-4AA4-973F-A106E29220D6}" destId="{1808CFF3-B3A3-463B-93F7-FE862BB55A03}" srcOrd="6" destOrd="0" presId="urn:microsoft.com/office/officeart/2018/5/layout/IconCircleLabelList"/>
    <dgm:cxn modelId="{EAA9C67E-C8AD-4B7A-B029-F0B53033CA34}" type="presParOf" srcId="{1808CFF3-B3A3-463B-93F7-FE862BB55A03}" destId="{3919875D-29C9-48ED-9E08-3012EBA3E868}" srcOrd="0" destOrd="0" presId="urn:microsoft.com/office/officeart/2018/5/layout/IconCircleLabelList"/>
    <dgm:cxn modelId="{9A2B2C6D-17DF-4156-A88B-9BE5A11D0ED2}" type="presParOf" srcId="{1808CFF3-B3A3-463B-93F7-FE862BB55A03}" destId="{7540600F-C2B7-46E2-9504-1D09ABF18680}" srcOrd="1" destOrd="0" presId="urn:microsoft.com/office/officeart/2018/5/layout/IconCircleLabelList"/>
    <dgm:cxn modelId="{34E9B8F2-588B-4742-B306-C5A335B0DC26}" type="presParOf" srcId="{1808CFF3-B3A3-463B-93F7-FE862BB55A03}" destId="{A2E1D4EF-460A-4ED8-9199-2F5C6F50F8BA}" srcOrd="2" destOrd="0" presId="urn:microsoft.com/office/officeart/2018/5/layout/IconCircleLabelList"/>
    <dgm:cxn modelId="{0C1CAE4D-603F-448E-8A75-C47B9EDE6FF6}" type="presParOf" srcId="{1808CFF3-B3A3-463B-93F7-FE862BB55A03}" destId="{207D15FD-D29E-4D39-BE99-E80DC6953B8F}" srcOrd="3" destOrd="0" presId="urn:microsoft.com/office/officeart/2018/5/layout/IconCircleLabelList"/>
    <dgm:cxn modelId="{24EACB2C-698E-43CF-A3F3-8B970317C5F0}" type="presParOf" srcId="{8D4E33E2-3EC9-4AA4-973F-A106E29220D6}" destId="{726479BA-1750-4007-AEAC-E012342A2B9C}" srcOrd="7" destOrd="0" presId="urn:microsoft.com/office/officeart/2018/5/layout/IconCircleLabelList"/>
    <dgm:cxn modelId="{A20DE8AF-5031-4C99-B236-A5FC971CEBA3}" type="presParOf" srcId="{8D4E33E2-3EC9-4AA4-973F-A106E29220D6}" destId="{2DC38944-B398-4A86-A2B2-8AE9246B23C0}" srcOrd="8" destOrd="0" presId="urn:microsoft.com/office/officeart/2018/5/layout/IconCircleLabelList"/>
    <dgm:cxn modelId="{AAED6110-CF22-4FB4-8049-AAE8B35CE561}" type="presParOf" srcId="{2DC38944-B398-4A86-A2B2-8AE9246B23C0}" destId="{F544024A-51E7-4C33-B4AF-8738565C0643}" srcOrd="0" destOrd="0" presId="urn:microsoft.com/office/officeart/2018/5/layout/IconCircleLabelList"/>
    <dgm:cxn modelId="{10566299-CC26-4B19-8EA3-918B2A7D12F7}" type="presParOf" srcId="{2DC38944-B398-4A86-A2B2-8AE9246B23C0}" destId="{72DCC237-D126-428E-BF22-A146A1CAE2C6}" srcOrd="1" destOrd="0" presId="urn:microsoft.com/office/officeart/2018/5/layout/IconCircleLabelList"/>
    <dgm:cxn modelId="{0DBAEC83-B131-46CE-9FAE-CE58F085A6DE}" type="presParOf" srcId="{2DC38944-B398-4A86-A2B2-8AE9246B23C0}" destId="{FC3C2297-9E63-47BA-9E93-4FE951D9C124}" srcOrd="2" destOrd="0" presId="urn:microsoft.com/office/officeart/2018/5/layout/IconCircleLabelList"/>
    <dgm:cxn modelId="{F4081A24-27C2-4199-9F8D-AB29EBCE0D34}" type="presParOf" srcId="{2DC38944-B398-4A86-A2B2-8AE9246B23C0}" destId="{36A8B224-22D5-4B2F-AD86-9BAF0229182E}" srcOrd="3" destOrd="0" presId="urn:microsoft.com/office/officeart/2018/5/layout/IconCircleLabelList"/>
    <dgm:cxn modelId="{8E16DB1D-E656-4200-85D8-6FD956BC2174}" type="presParOf" srcId="{8D4E33E2-3EC9-4AA4-973F-A106E29220D6}" destId="{B9A3D519-AC00-49E3-91EF-3A7E9D453140}" srcOrd="9" destOrd="0" presId="urn:microsoft.com/office/officeart/2018/5/layout/IconCircleLabelList"/>
    <dgm:cxn modelId="{04698AC8-E9BA-4F6D-BCE5-369C8D76A780}" type="presParOf" srcId="{8D4E33E2-3EC9-4AA4-973F-A106E29220D6}" destId="{633E9208-BA12-42D0-982D-31D67D1B6219}" srcOrd="10" destOrd="0" presId="urn:microsoft.com/office/officeart/2018/5/layout/IconCircleLabelList"/>
    <dgm:cxn modelId="{8491214B-53C7-43BF-A8EA-81449676AD23}" type="presParOf" srcId="{633E9208-BA12-42D0-982D-31D67D1B6219}" destId="{43D0CD02-3541-4068-A1D9-0FFF86435D32}" srcOrd="0" destOrd="0" presId="urn:microsoft.com/office/officeart/2018/5/layout/IconCircleLabelList"/>
    <dgm:cxn modelId="{DD17E733-2A43-433D-9379-E67D8BB54F21}" type="presParOf" srcId="{633E9208-BA12-42D0-982D-31D67D1B6219}" destId="{1EEC91D2-7BEE-48F6-B699-4CD97E4E5005}" srcOrd="1" destOrd="0" presId="urn:microsoft.com/office/officeart/2018/5/layout/IconCircleLabelList"/>
    <dgm:cxn modelId="{9965A951-660C-42C6-A1D4-B9D458D98B00}" type="presParOf" srcId="{633E9208-BA12-42D0-982D-31D67D1B6219}" destId="{D8FF7C0E-868B-4A68-8C94-02EF585B307A}" srcOrd="2" destOrd="0" presId="urn:microsoft.com/office/officeart/2018/5/layout/IconCircleLabelList"/>
    <dgm:cxn modelId="{FE22FE7E-C466-4B3F-B3B9-AE44F7870D3D}" type="presParOf" srcId="{633E9208-BA12-42D0-982D-31D67D1B6219}" destId="{8E05FAC0-EF20-4E75-9123-DCE3D46F4200}" srcOrd="3" destOrd="0" presId="urn:microsoft.com/office/officeart/2018/5/layout/IconCircleLabelList"/>
    <dgm:cxn modelId="{761F3294-BA7B-4566-B111-06611C37E8E3}" type="presParOf" srcId="{8D4E33E2-3EC9-4AA4-973F-A106E29220D6}" destId="{39077C0D-216C-406A-8AC8-5E0B51318650}" srcOrd="11" destOrd="0" presId="urn:microsoft.com/office/officeart/2018/5/layout/IconCircleLabelList"/>
    <dgm:cxn modelId="{223A2FA1-37AB-44E0-BBC2-B4D19EBB414D}" type="presParOf" srcId="{8D4E33E2-3EC9-4AA4-973F-A106E29220D6}" destId="{647596F7-D833-4459-BC6B-1C99E9B96CCA}" srcOrd="12" destOrd="0" presId="urn:microsoft.com/office/officeart/2018/5/layout/IconCircleLabelList"/>
    <dgm:cxn modelId="{7E35E169-2DD0-4672-8036-8F9DE13D2584}" type="presParOf" srcId="{647596F7-D833-4459-BC6B-1C99E9B96CCA}" destId="{3A39D192-E9CF-4B08-9B3D-528F6151A609}" srcOrd="0" destOrd="0" presId="urn:microsoft.com/office/officeart/2018/5/layout/IconCircleLabelList"/>
    <dgm:cxn modelId="{F03F2132-7E17-4B06-A853-E817B66878D5}" type="presParOf" srcId="{647596F7-D833-4459-BC6B-1C99E9B96CCA}" destId="{A04133F8-02D9-4A73-BE72-8364E6141435}" srcOrd="1" destOrd="0" presId="urn:microsoft.com/office/officeart/2018/5/layout/IconCircleLabelList"/>
    <dgm:cxn modelId="{4BDAFDCC-1E9E-4022-ADF9-1BF982B2A85D}" type="presParOf" srcId="{647596F7-D833-4459-BC6B-1C99E9B96CCA}" destId="{D23D3FE5-87C9-4DE1-815D-0AE4A2B8C7F9}" srcOrd="2" destOrd="0" presId="urn:microsoft.com/office/officeart/2018/5/layout/IconCircleLabelList"/>
    <dgm:cxn modelId="{37A12F1E-30EE-49DB-BF80-21A13B507649}" type="presParOf" srcId="{647596F7-D833-4459-BC6B-1C99E9B96CCA}" destId="{F17FEF9C-8590-48FA-B6D9-AD4D271FE42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29807C-1086-4E53-8CE2-B74FB021B32D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C12B4E2-2908-4060-90E5-5F37CA5A5E24}">
      <dgm:prSet/>
      <dgm:spPr/>
      <dgm:t>
        <a:bodyPr/>
        <a:lstStyle/>
        <a:p>
          <a:r>
            <a:rPr lang="en-US"/>
            <a:t>Collect</a:t>
          </a:r>
        </a:p>
      </dgm:t>
    </dgm:pt>
    <dgm:pt modelId="{8C206EFD-277A-4090-B59F-79FAB97006FF}" type="parTrans" cxnId="{2E00F166-7773-4308-BF12-855ED7B90186}">
      <dgm:prSet/>
      <dgm:spPr/>
      <dgm:t>
        <a:bodyPr/>
        <a:lstStyle/>
        <a:p>
          <a:endParaRPr lang="en-US"/>
        </a:p>
      </dgm:t>
    </dgm:pt>
    <dgm:pt modelId="{3771E809-6CDF-47A7-9FA6-2B224760EDAB}" type="sibTrans" cxnId="{2E00F166-7773-4308-BF12-855ED7B90186}">
      <dgm:prSet/>
      <dgm:spPr/>
      <dgm:t>
        <a:bodyPr/>
        <a:lstStyle/>
        <a:p>
          <a:endParaRPr lang="en-US"/>
        </a:p>
      </dgm:t>
    </dgm:pt>
    <dgm:pt modelId="{A406653B-4FAF-4143-AE8D-10A35A36E277}">
      <dgm:prSet/>
      <dgm:spPr/>
      <dgm:t>
        <a:bodyPr/>
        <a:lstStyle/>
        <a:p>
          <a:r>
            <a:rPr lang="en-US"/>
            <a:t>Collect patient data </a:t>
          </a:r>
        </a:p>
      </dgm:t>
    </dgm:pt>
    <dgm:pt modelId="{A57E4CB7-FD1E-4069-9F74-14917610BA8D}" type="parTrans" cxnId="{03EF3178-9726-434E-9BD2-96ACB345C99D}">
      <dgm:prSet/>
      <dgm:spPr/>
      <dgm:t>
        <a:bodyPr/>
        <a:lstStyle/>
        <a:p>
          <a:endParaRPr lang="en-US"/>
        </a:p>
      </dgm:t>
    </dgm:pt>
    <dgm:pt modelId="{5060FBD4-6707-4B2D-995B-FE74F4EEBFE1}" type="sibTrans" cxnId="{03EF3178-9726-434E-9BD2-96ACB345C99D}">
      <dgm:prSet/>
      <dgm:spPr/>
      <dgm:t>
        <a:bodyPr/>
        <a:lstStyle/>
        <a:p>
          <a:endParaRPr lang="en-US"/>
        </a:p>
      </dgm:t>
    </dgm:pt>
    <dgm:pt modelId="{FCF8D570-49D5-4B1B-9EEB-A04A6D6F6191}">
      <dgm:prSet/>
      <dgm:spPr/>
      <dgm:t>
        <a:bodyPr/>
        <a:lstStyle/>
        <a:p>
          <a:r>
            <a:rPr lang="en-US"/>
            <a:t>Clean and prepare</a:t>
          </a:r>
        </a:p>
      </dgm:t>
    </dgm:pt>
    <dgm:pt modelId="{3E75CEA0-87A4-429F-B8DC-BB8492A2F010}" type="parTrans" cxnId="{694C4860-682B-4C7E-8370-89F0FF496953}">
      <dgm:prSet/>
      <dgm:spPr/>
      <dgm:t>
        <a:bodyPr/>
        <a:lstStyle/>
        <a:p>
          <a:endParaRPr lang="en-US"/>
        </a:p>
      </dgm:t>
    </dgm:pt>
    <dgm:pt modelId="{685F72C7-2DA4-4AF9-9EFB-F9468BDBAED2}" type="sibTrans" cxnId="{694C4860-682B-4C7E-8370-89F0FF496953}">
      <dgm:prSet/>
      <dgm:spPr/>
      <dgm:t>
        <a:bodyPr/>
        <a:lstStyle/>
        <a:p>
          <a:endParaRPr lang="en-US"/>
        </a:p>
      </dgm:t>
    </dgm:pt>
    <dgm:pt modelId="{AF7B738C-2D66-4D27-9AEA-7B00C386B79E}">
      <dgm:prSet/>
      <dgm:spPr/>
      <dgm:t>
        <a:bodyPr/>
        <a:lstStyle/>
        <a:p>
          <a:r>
            <a:rPr lang="en-US"/>
            <a:t>Clean and prepare data </a:t>
          </a:r>
        </a:p>
      </dgm:t>
    </dgm:pt>
    <dgm:pt modelId="{6DF144A9-653D-46AD-ACBA-E5A507ACE768}" type="parTrans" cxnId="{99D91306-9EC7-4DD1-8EC6-DFBC9C3AE577}">
      <dgm:prSet/>
      <dgm:spPr/>
      <dgm:t>
        <a:bodyPr/>
        <a:lstStyle/>
        <a:p>
          <a:endParaRPr lang="en-US"/>
        </a:p>
      </dgm:t>
    </dgm:pt>
    <dgm:pt modelId="{51F07537-ECFC-4F8E-AFC4-42B6C304CB2A}" type="sibTrans" cxnId="{99D91306-9EC7-4DD1-8EC6-DFBC9C3AE577}">
      <dgm:prSet/>
      <dgm:spPr/>
      <dgm:t>
        <a:bodyPr/>
        <a:lstStyle/>
        <a:p>
          <a:endParaRPr lang="en-US"/>
        </a:p>
      </dgm:t>
    </dgm:pt>
    <dgm:pt modelId="{5F062E9E-B592-465C-BE50-A71FD44D9F90}">
      <dgm:prSet/>
      <dgm:spPr/>
      <dgm:t>
        <a:bodyPr/>
        <a:lstStyle/>
        <a:p>
          <a:r>
            <a:rPr lang="en-US"/>
            <a:t>Train</a:t>
          </a:r>
        </a:p>
      </dgm:t>
    </dgm:pt>
    <dgm:pt modelId="{E3C905FA-7199-4A9D-A189-8B3BB1899B19}" type="parTrans" cxnId="{59636888-7998-44AF-ACE5-5C371DD48A57}">
      <dgm:prSet/>
      <dgm:spPr/>
      <dgm:t>
        <a:bodyPr/>
        <a:lstStyle/>
        <a:p>
          <a:endParaRPr lang="en-US"/>
        </a:p>
      </dgm:t>
    </dgm:pt>
    <dgm:pt modelId="{EA77D7CF-2E5C-4E97-B11D-E0401AB8A2DC}" type="sibTrans" cxnId="{59636888-7998-44AF-ACE5-5C371DD48A57}">
      <dgm:prSet/>
      <dgm:spPr/>
      <dgm:t>
        <a:bodyPr/>
        <a:lstStyle/>
        <a:p>
          <a:endParaRPr lang="en-US"/>
        </a:p>
      </dgm:t>
    </dgm:pt>
    <dgm:pt modelId="{F80AC4D2-4A67-4C89-8DC5-FEF70AD02840}">
      <dgm:prSet/>
      <dgm:spPr/>
      <dgm:t>
        <a:bodyPr/>
        <a:lstStyle/>
        <a:p>
          <a:r>
            <a:rPr lang="en-US"/>
            <a:t>Train ml models </a:t>
          </a:r>
        </a:p>
      </dgm:t>
    </dgm:pt>
    <dgm:pt modelId="{0DDCEB62-4B6A-408D-8D49-B070767FA0A7}" type="parTrans" cxnId="{CEC1CEB8-1073-4FBD-AB92-A3A94063B659}">
      <dgm:prSet/>
      <dgm:spPr/>
      <dgm:t>
        <a:bodyPr/>
        <a:lstStyle/>
        <a:p>
          <a:endParaRPr lang="en-US"/>
        </a:p>
      </dgm:t>
    </dgm:pt>
    <dgm:pt modelId="{D1726703-6DBD-46B8-B226-417B6FBAC7B7}" type="sibTrans" cxnId="{CEC1CEB8-1073-4FBD-AB92-A3A94063B659}">
      <dgm:prSet/>
      <dgm:spPr/>
      <dgm:t>
        <a:bodyPr/>
        <a:lstStyle/>
        <a:p>
          <a:endParaRPr lang="en-US"/>
        </a:p>
      </dgm:t>
    </dgm:pt>
    <dgm:pt modelId="{415AA881-8C62-4A84-974E-8421625BB6BA}">
      <dgm:prSet/>
      <dgm:spPr/>
      <dgm:t>
        <a:bodyPr/>
        <a:lstStyle/>
        <a:p>
          <a:r>
            <a:rPr lang="en-US"/>
            <a:t>Evaluate</a:t>
          </a:r>
        </a:p>
      </dgm:t>
    </dgm:pt>
    <dgm:pt modelId="{F1901E96-9D44-4B91-AD27-41DC7C4A365C}" type="parTrans" cxnId="{71DD5104-13FD-47D5-ADA1-44E6ABEFC54A}">
      <dgm:prSet/>
      <dgm:spPr/>
      <dgm:t>
        <a:bodyPr/>
        <a:lstStyle/>
        <a:p>
          <a:endParaRPr lang="en-US"/>
        </a:p>
      </dgm:t>
    </dgm:pt>
    <dgm:pt modelId="{ACACF3A3-E54D-41BB-99A1-F01B9A232291}" type="sibTrans" cxnId="{71DD5104-13FD-47D5-ADA1-44E6ABEFC54A}">
      <dgm:prSet/>
      <dgm:spPr/>
      <dgm:t>
        <a:bodyPr/>
        <a:lstStyle/>
        <a:p>
          <a:endParaRPr lang="en-US"/>
        </a:p>
      </dgm:t>
    </dgm:pt>
    <dgm:pt modelId="{372AF2C9-F116-4AD7-909B-FAFCB648B6EE}">
      <dgm:prSet/>
      <dgm:spPr/>
      <dgm:t>
        <a:bodyPr/>
        <a:lstStyle/>
        <a:p>
          <a:r>
            <a:rPr lang="en-US"/>
            <a:t>Evaluate models </a:t>
          </a:r>
        </a:p>
      </dgm:t>
    </dgm:pt>
    <dgm:pt modelId="{19D47B20-C365-491C-ACD6-3D13E270A6EF}" type="parTrans" cxnId="{4896BB86-0A02-4CBC-8AE9-D8F1E039C786}">
      <dgm:prSet/>
      <dgm:spPr/>
      <dgm:t>
        <a:bodyPr/>
        <a:lstStyle/>
        <a:p>
          <a:endParaRPr lang="en-US"/>
        </a:p>
      </dgm:t>
    </dgm:pt>
    <dgm:pt modelId="{9E4FC44B-9BE2-4458-8E4D-F5B5BD4EFE3D}" type="sibTrans" cxnId="{4896BB86-0A02-4CBC-8AE9-D8F1E039C786}">
      <dgm:prSet/>
      <dgm:spPr/>
      <dgm:t>
        <a:bodyPr/>
        <a:lstStyle/>
        <a:p>
          <a:endParaRPr lang="en-US"/>
        </a:p>
      </dgm:t>
    </dgm:pt>
    <dgm:pt modelId="{AD8B0AC1-94A2-4104-AE36-25EB7C049E06}">
      <dgm:prSet/>
      <dgm:spPr/>
      <dgm:t>
        <a:bodyPr/>
        <a:lstStyle/>
        <a:p>
          <a:r>
            <a:rPr lang="en-US"/>
            <a:t>Select</a:t>
          </a:r>
        </a:p>
      </dgm:t>
    </dgm:pt>
    <dgm:pt modelId="{2CF2C0E6-096C-4B7B-8414-4D080074375C}" type="parTrans" cxnId="{E06DBF00-1FC1-4BB9-B1CA-53CFD99155A6}">
      <dgm:prSet/>
      <dgm:spPr/>
      <dgm:t>
        <a:bodyPr/>
        <a:lstStyle/>
        <a:p>
          <a:endParaRPr lang="en-US"/>
        </a:p>
      </dgm:t>
    </dgm:pt>
    <dgm:pt modelId="{94C72883-197F-450C-B28F-CFDC659F786B}" type="sibTrans" cxnId="{E06DBF00-1FC1-4BB9-B1CA-53CFD99155A6}">
      <dgm:prSet/>
      <dgm:spPr/>
      <dgm:t>
        <a:bodyPr/>
        <a:lstStyle/>
        <a:p>
          <a:endParaRPr lang="en-US"/>
        </a:p>
      </dgm:t>
    </dgm:pt>
    <dgm:pt modelId="{7F16B69F-3B8B-4FEC-8B18-060D50900583}">
      <dgm:prSet/>
      <dgm:spPr/>
      <dgm:t>
        <a:bodyPr/>
        <a:lstStyle/>
        <a:p>
          <a:r>
            <a:rPr lang="en-US"/>
            <a:t>Select best model </a:t>
          </a:r>
        </a:p>
      </dgm:t>
    </dgm:pt>
    <dgm:pt modelId="{CD5BFD72-A98B-4664-B235-14CC9F63F111}" type="parTrans" cxnId="{01C3E770-074E-4BC9-A1B2-6746C08AFA19}">
      <dgm:prSet/>
      <dgm:spPr/>
      <dgm:t>
        <a:bodyPr/>
        <a:lstStyle/>
        <a:p>
          <a:endParaRPr lang="en-US"/>
        </a:p>
      </dgm:t>
    </dgm:pt>
    <dgm:pt modelId="{879ACB1F-AE94-4355-9369-1FDE7D852A26}" type="sibTrans" cxnId="{01C3E770-074E-4BC9-A1B2-6746C08AFA19}">
      <dgm:prSet/>
      <dgm:spPr/>
      <dgm:t>
        <a:bodyPr/>
        <a:lstStyle/>
        <a:p>
          <a:endParaRPr lang="en-US"/>
        </a:p>
      </dgm:t>
    </dgm:pt>
    <dgm:pt modelId="{CAA4F80C-D187-41E8-BDA7-02A6E32E5317}">
      <dgm:prSet/>
      <dgm:spPr/>
      <dgm:t>
        <a:bodyPr/>
        <a:lstStyle/>
        <a:p>
          <a:r>
            <a:rPr lang="en-US"/>
            <a:t>Explain</a:t>
          </a:r>
        </a:p>
      </dgm:t>
    </dgm:pt>
    <dgm:pt modelId="{6F5BAEE1-28D8-416E-A080-49AD512E2A74}" type="parTrans" cxnId="{23AD9D31-B3A7-4C9D-ABAB-065E96AE486F}">
      <dgm:prSet/>
      <dgm:spPr/>
      <dgm:t>
        <a:bodyPr/>
        <a:lstStyle/>
        <a:p>
          <a:endParaRPr lang="en-US"/>
        </a:p>
      </dgm:t>
    </dgm:pt>
    <dgm:pt modelId="{52692D24-61B1-478A-B1EB-A04159FECA90}" type="sibTrans" cxnId="{23AD9D31-B3A7-4C9D-ABAB-065E96AE486F}">
      <dgm:prSet/>
      <dgm:spPr/>
      <dgm:t>
        <a:bodyPr/>
        <a:lstStyle/>
        <a:p>
          <a:endParaRPr lang="en-US"/>
        </a:p>
      </dgm:t>
    </dgm:pt>
    <dgm:pt modelId="{DCF92B18-4334-46B3-BD15-09B7AC0B84EB}">
      <dgm:prSet/>
      <dgm:spPr/>
      <dgm:t>
        <a:bodyPr/>
        <a:lstStyle/>
        <a:p>
          <a:r>
            <a:rPr lang="en-US"/>
            <a:t>Explain predictions </a:t>
          </a:r>
        </a:p>
      </dgm:t>
    </dgm:pt>
    <dgm:pt modelId="{83239FF2-BC8F-4200-9CEA-E882579D9C4F}" type="parTrans" cxnId="{7DB38160-3847-4644-A90A-DD50FFF61ED5}">
      <dgm:prSet/>
      <dgm:spPr/>
      <dgm:t>
        <a:bodyPr/>
        <a:lstStyle/>
        <a:p>
          <a:endParaRPr lang="en-US"/>
        </a:p>
      </dgm:t>
    </dgm:pt>
    <dgm:pt modelId="{855D3DE6-DF26-4B05-B728-A9AFC49E087C}" type="sibTrans" cxnId="{7DB38160-3847-4644-A90A-DD50FFF61ED5}">
      <dgm:prSet/>
      <dgm:spPr/>
      <dgm:t>
        <a:bodyPr/>
        <a:lstStyle/>
        <a:p>
          <a:endParaRPr lang="en-US"/>
        </a:p>
      </dgm:t>
    </dgm:pt>
    <dgm:pt modelId="{2664F0CF-14BE-4818-B2C7-1C6F7D16F817}">
      <dgm:prSet/>
      <dgm:spPr/>
      <dgm:t>
        <a:bodyPr/>
        <a:lstStyle/>
        <a:p>
          <a:r>
            <a:rPr lang="en-US"/>
            <a:t>Predict</a:t>
          </a:r>
        </a:p>
      </dgm:t>
    </dgm:pt>
    <dgm:pt modelId="{38D83B72-847E-45AB-A72E-4C6081070F23}" type="parTrans" cxnId="{B53A449D-1E6B-431C-B269-AE4684E6D673}">
      <dgm:prSet/>
      <dgm:spPr/>
      <dgm:t>
        <a:bodyPr/>
        <a:lstStyle/>
        <a:p>
          <a:endParaRPr lang="en-US"/>
        </a:p>
      </dgm:t>
    </dgm:pt>
    <dgm:pt modelId="{FFFF2EE1-41DE-416C-B98E-6D9919DC3EA4}" type="sibTrans" cxnId="{B53A449D-1E6B-431C-B269-AE4684E6D673}">
      <dgm:prSet/>
      <dgm:spPr/>
      <dgm:t>
        <a:bodyPr/>
        <a:lstStyle/>
        <a:p>
          <a:endParaRPr lang="en-US"/>
        </a:p>
      </dgm:t>
    </dgm:pt>
    <dgm:pt modelId="{FA768CF0-1D11-4232-A57F-F9F4A5F0336F}">
      <dgm:prSet/>
      <dgm:spPr/>
      <dgm:t>
        <a:bodyPr/>
        <a:lstStyle/>
        <a:p>
          <a:r>
            <a:rPr lang="en-US"/>
            <a:t>Predict risk for new patient</a:t>
          </a:r>
        </a:p>
      </dgm:t>
    </dgm:pt>
    <dgm:pt modelId="{230BAD8D-0FE2-4133-97DF-A0974AF41A7D}" type="parTrans" cxnId="{2B4DA6CD-5C90-4C67-86DB-C771EB2D3886}">
      <dgm:prSet/>
      <dgm:spPr/>
      <dgm:t>
        <a:bodyPr/>
        <a:lstStyle/>
        <a:p>
          <a:endParaRPr lang="en-US"/>
        </a:p>
      </dgm:t>
    </dgm:pt>
    <dgm:pt modelId="{B3DD4BD8-AAD7-41D3-AB05-A9E93F00D969}" type="sibTrans" cxnId="{2B4DA6CD-5C90-4C67-86DB-C771EB2D3886}">
      <dgm:prSet/>
      <dgm:spPr/>
      <dgm:t>
        <a:bodyPr/>
        <a:lstStyle/>
        <a:p>
          <a:endParaRPr lang="en-US"/>
        </a:p>
      </dgm:t>
    </dgm:pt>
    <dgm:pt modelId="{721339CE-5AD4-BF43-A9DA-916DB96D9D56}" type="pres">
      <dgm:prSet presAssocID="{E229807C-1086-4E53-8CE2-B74FB021B32D}" presName="Name0" presStyleCnt="0">
        <dgm:presLayoutVars>
          <dgm:dir/>
          <dgm:animLvl val="lvl"/>
          <dgm:resizeHandles val="exact"/>
        </dgm:presLayoutVars>
      </dgm:prSet>
      <dgm:spPr/>
    </dgm:pt>
    <dgm:pt modelId="{526EDC92-0468-7D44-9966-2CCE136F4E6E}" type="pres">
      <dgm:prSet presAssocID="{2664F0CF-14BE-4818-B2C7-1C6F7D16F817}" presName="boxAndChildren" presStyleCnt="0"/>
      <dgm:spPr/>
    </dgm:pt>
    <dgm:pt modelId="{A5F57E45-C469-F042-87D6-3380423EBD7A}" type="pres">
      <dgm:prSet presAssocID="{2664F0CF-14BE-4818-B2C7-1C6F7D16F817}" presName="parentTextBox" presStyleLbl="alignNode1" presStyleIdx="0" presStyleCnt="7"/>
      <dgm:spPr/>
    </dgm:pt>
    <dgm:pt modelId="{4D98AB08-649B-0441-B147-F235A0552B8F}" type="pres">
      <dgm:prSet presAssocID="{2664F0CF-14BE-4818-B2C7-1C6F7D16F817}" presName="descendantBox" presStyleLbl="bgAccFollowNode1" presStyleIdx="0" presStyleCnt="7"/>
      <dgm:spPr/>
    </dgm:pt>
    <dgm:pt modelId="{0C192CC6-DB43-634F-AF4F-4F4605757E56}" type="pres">
      <dgm:prSet presAssocID="{52692D24-61B1-478A-B1EB-A04159FECA90}" presName="sp" presStyleCnt="0"/>
      <dgm:spPr/>
    </dgm:pt>
    <dgm:pt modelId="{C5321C27-79AA-5B44-AE8D-6BEAB240EFEF}" type="pres">
      <dgm:prSet presAssocID="{CAA4F80C-D187-41E8-BDA7-02A6E32E5317}" presName="arrowAndChildren" presStyleCnt="0"/>
      <dgm:spPr/>
    </dgm:pt>
    <dgm:pt modelId="{61BFF02D-4D49-374D-BE48-B9A349FEE950}" type="pres">
      <dgm:prSet presAssocID="{CAA4F80C-D187-41E8-BDA7-02A6E32E5317}" presName="parentTextArrow" presStyleLbl="node1" presStyleIdx="0" presStyleCnt="0"/>
      <dgm:spPr/>
    </dgm:pt>
    <dgm:pt modelId="{4EF20EC9-DC93-8A4E-9EBB-76BA0CDBE34E}" type="pres">
      <dgm:prSet presAssocID="{CAA4F80C-D187-41E8-BDA7-02A6E32E5317}" presName="arrow" presStyleLbl="alignNode1" presStyleIdx="1" presStyleCnt="7"/>
      <dgm:spPr/>
    </dgm:pt>
    <dgm:pt modelId="{6A07291B-4124-0543-9AB5-EA0DD241655A}" type="pres">
      <dgm:prSet presAssocID="{CAA4F80C-D187-41E8-BDA7-02A6E32E5317}" presName="descendantArrow" presStyleLbl="bgAccFollowNode1" presStyleIdx="1" presStyleCnt="7"/>
      <dgm:spPr/>
    </dgm:pt>
    <dgm:pt modelId="{994503B3-153B-1943-9DA0-6F59C67CE3AB}" type="pres">
      <dgm:prSet presAssocID="{94C72883-197F-450C-B28F-CFDC659F786B}" presName="sp" presStyleCnt="0"/>
      <dgm:spPr/>
    </dgm:pt>
    <dgm:pt modelId="{2FD4865A-D7E9-ED44-BC85-FC49C590A6EF}" type="pres">
      <dgm:prSet presAssocID="{AD8B0AC1-94A2-4104-AE36-25EB7C049E06}" presName="arrowAndChildren" presStyleCnt="0"/>
      <dgm:spPr/>
    </dgm:pt>
    <dgm:pt modelId="{6260E97A-6680-664D-9A33-77E6C72E37C4}" type="pres">
      <dgm:prSet presAssocID="{AD8B0AC1-94A2-4104-AE36-25EB7C049E06}" presName="parentTextArrow" presStyleLbl="node1" presStyleIdx="0" presStyleCnt="0"/>
      <dgm:spPr/>
    </dgm:pt>
    <dgm:pt modelId="{69C4D4E1-AE67-F947-9884-C8DB163351A3}" type="pres">
      <dgm:prSet presAssocID="{AD8B0AC1-94A2-4104-AE36-25EB7C049E06}" presName="arrow" presStyleLbl="alignNode1" presStyleIdx="2" presStyleCnt="7"/>
      <dgm:spPr/>
    </dgm:pt>
    <dgm:pt modelId="{37D6D4A0-E25E-914E-9FB2-CE25A4345FD7}" type="pres">
      <dgm:prSet presAssocID="{AD8B0AC1-94A2-4104-AE36-25EB7C049E06}" presName="descendantArrow" presStyleLbl="bgAccFollowNode1" presStyleIdx="2" presStyleCnt="7"/>
      <dgm:spPr/>
    </dgm:pt>
    <dgm:pt modelId="{F1AE9E77-7CFA-B44F-98FA-92ECCB9CCDD5}" type="pres">
      <dgm:prSet presAssocID="{ACACF3A3-E54D-41BB-99A1-F01B9A232291}" presName="sp" presStyleCnt="0"/>
      <dgm:spPr/>
    </dgm:pt>
    <dgm:pt modelId="{3D491A35-5A28-3D43-B449-6873B2DB5949}" type="pres">
      <dgm:prSet presAssocID="{415AA881-8C62-4A84-974E-8421625BB6BA}" presName="arrowAndChildren" presStyleCnt="0"/>
      <dgm:spPr/>
    </dgm:pt>
    <dgm:pt modelId="{23C42394-510C-3B42-9843-02290CE4CCE4}" type="pres">
      <dgm:prSet presAssocID="{415AA881-8C62-4A84-974E-8421625BB6BA}" presName="parentTextArrow" presStyleLbl="node1" presStyleIdx="0" presStyleCnt="0"/>
      <dgm:spPr/>
    </dgm:pt>
    <dgm:pt modelId="{CA11EA65-04BB-DE4D-AB76-5C2DCC4F7C2C}" type="pres">
      <dgm:prSet presAssocID="{415AA881-8C62-4A84-974E-8421625BB6BA}" presName="arrow" presStyleLbl="alignNode1" presStyleIdx="3" presStyleCnt="7"/>
      <dgm:spPr/>
    </dgm:pt>
    <dgm:pt modelId="{5245F5E7-BFB7-F44C-8B1B-02E13372F415}" type="pres">
      <dgm:prSet presAssocID="{415AA881-8C62-4A84-974E-8421625BB6BA}" presName="descendantArrow" presStyleLbl="bgAccFollowNode1" presStyleIdx="3" presStyleCnt="7"/>
      <dgm:spPr/>
    </dgm:pt>
    <dgm:pt modelId="{E8AF5ADF-6D4B-924F-B690-9E4FF6E419BE}" type="pres">
      <dgm:prSet presAssocID="{EA77D7CF-2E5C-4E97-B11D-E0401AB8A2DC}" presName="sp" presStyleCnt="0"/>
      <dgm:spPr/>
    </dgm:pt>
    <dgm:pt modelId="{E31564D2-1281-824F-AEFF-3E2748EE48E5}" type="pres">
      <dgm:prSet presAssocID="{5F062E9E-B592-465C-BE50-A71FD44D9F90}" presName="arrowAndChildren" presStyleCnt="0"/>
      <dgm:spPr/>
    </dgm:pt>
    <dgm:pt modelId="{790FD532-27C1-BB40-A61E-153931F63AB1}" type="pres">
      <dgm:prSet presAssocID="{5F062E9E-B592-465C-BE50-A71FD44D9F90}" presName="parentTextArrow" presStyleLbl="node1" presStyleIdx="0" presStyleCnt="0"/>
      <dgm:spPr/>
    </dgm:pt>
    <dgm:pt modelId="{236BAF2F-C43F-ED4D-9044-90C41E4E0F35}" type="pres">
      <dgm:prSet presAssocID="{5F062E9E-B592-465C-BE50-A71FD44D9F90}" presName="arrow" presStyleLbl="alignNode1" presStyleIdx="4" presStyleCnt="7"/>
      <dgm:spPr/>
    </dgm:pt>
    <dgm:pt modelId="{1E3D88A8-0F2F-8D45-89B7-E5F8D143F9FA}" type="pres">
      <dgm:prSet presAssocID="{5F062E9E-B592-465C-BE50-A71FD44D9F90}" presName="descendantArrow" presStyleLbl="bgAccFollowNode1" presStyleIdx="4" presStyleCnt="7"/>
      <dgm:spPr/>
    </dgm:pt>
    <dgm:pt modelId="{3B70BFE2-9CE1-6F44-BD9C-B224DFA1CFB9}" type="pres">
      <dgm:prSet presAssocID="{685F72C7-2DA4-4AF9-9EFB-F9468BDBAED2}" presName="sp" presStyleCnt="0"/>
      <dgm:spPr/>
    </dgm:pt>
    <dgm:pt modelId="{A06325BD-D5FC-2E40-A0CB-9C739FCF086E}" type="pres">
      <dgm:prSet presAssocID="{FCF8D570-49D5-4B1B-9EEB-A04A6D6F6191}" presName="arrowAndChildren" presStyleCnt="0"/>
      <dgm:spPr/>
    </dgm:pt>
    <dgm:pt modelId="{369D7D6E-BFA6-534B-9BC6-47C91A1C9DB0}" type="pres">
      <dgm:prSet presAssocID="{FCF8D570-49D5-4B1B-9EEB-A04A6D6F6191}" presName="parentTextArrow" presStyleLbl="node1" presStyleIdx="0" presStyleCnt="0"/>
      <dgm:spPr/>
    </dgm:pt>
    <dgm:pt modelId="{16BF8D25-5BBB-EB4F-B916-8247DC7FD1D2}" type="pres">
      <dgm:prSet presAssocID="{FCF8D570-49D5-4B1B-9EEB-A04A6D6F6191}" presName="arrow" presStyleLbl="alignNode1" presStyleIdx="5" presStyleCnt="7"/>
      <dgm:spPr/>
    </dgm:pt>
    <dgm:pt modelId="{E868D5EF-0FFA-8741-8FEA-5D38E6E68584}" type="pres">
      <dgm:prSet presAssocID="{FCF8D570-49D5-4B1B-9EEB-A04A6D6F6191}" presName="descendantArrow" presStyleLbl="bgAccFollowNode1" presStyleIdx="5" presStyleCnt="7"/>
      <dgm:spPr/>
    </dgm:pt>
    <dgm:pt modelId="{979AADAD-31BC-494E-9DC3-F6D0273AC55F}" type="pres">
      <dgm:prSet presAssocID="{3771E809-6CDF-47A7-9FA6-2B224760EDAB}" presName="sp" presStyleCnt="0"/>
      <dgm:spPr/>
    </dgm:pt>
    <dgm:pt modelId="{726370D0-0E91-CE4A-93DF-E9E8FAEDF86D}" type="pres">
      <dgm:prSet presAssocID="{3C12B4E2-2908-4060-90E5-5F37CA5A5E24}" presName="arrowAndChildren" presStyleCnt="0"/>
      <dgm:spPr/>
    </dgm:pt>
    <dgm:pt modelId="{92623BF3-BE6F-254F-BFCE-C799EF5A895F}" type="pres">
      <dgm:prSet presAssocID="{3C12B4E2-2908-4060-90E5-5F37CA5A5E24}" presName="parentTextArrow" presStyleLbl="node1" presStyleIdx="0" presStyleCnt="0"/>
      <dgm:spPr/>
    </dgm:pt>
    <dgm:pt modelId="{07005A7F-E32D-504C-B74F-C6E8F949C084}" type="pres">
      <dgm:prSet presAssocID="{3C12B4E2-2908-4060-90E5-5F37CA5A5E24}" presName="arrow" presStyleLbl="alignNode1" presStyleIdx="6" presStyleCnt="7"/>
      <dgm:spPr/>
    </dgm:pt>
    <dgm:pt modelId="{47253444-E849-DC4E-B613-E949857C6809}" type="pres">
      <dgm:prSet presAssocID="{3C12B4E2-2908-4060-90E5-5F37CA5A5E24}" presName="descendantArrow" presStyleLbl="bgAccFollowNode1" presStyleIdx="6" presStyleCnt="7"/>
      <dgm:spPr/>
    </dgm:pt>
  </dgm:ptLst>
  <dgm:cxnLst>
    <dgm:cxn modelId="{E06DBF00-1FC1-4BB9-B1CA-53CFD99155A6}" srcId="{E229807C-1086-4E53-8CE2-B74FB021B32D}" destId="{AD8B0AC1-94A2-4104-AE36-25EB7C049E06}" srcOrd="4" destOrd="0" parTransId="{2CF2C0E6-096C-4B7B-8414-4D080074375C}" sibTransId="{94C72883-197F-450C-B28F-CFDC659F786B}"/>
    <dgm:cxn modelId="{71DD5104-13FD-47D5-ADA1-44E6ABEFC54A}" srcId="{E229807C-1086-4E53-8CE2-B74FB021B32D}" destId="{415AA881-8C62-4A84-974E-8421625BB6BA}" srcOrd="3" destOrd="0" parTransId="{F1901E96-9D44-4B91-AD27-41DC7C4A365C}" sibTransId="{ACACF3A3-E54D-41BB-99A1-F01B9A232291}"/>
    <dgm:cxn modelId="{99D91306-9EC7-4DD1-8EC6-DFBC9C3AE577}" srcId="{FCF8D570-49D5-4B1B-9EEB-A04A6D6F6191}" destId="{AF7B738C-2D66-4D27-9AEA-7B00C386B79E}" srcOrd="0" destOrd="0" parTransId="{6DF144A9-653D-46AD-ACBA-E5A507ACE768}" sibTransId="{51F07537-ECFC-4F8E-AFC4-42B6C304CB2A}"/>
    <dgm:cxn modelId="{AD645A0D-20C6-C142-AECB-3CFD39A80476}" type="presOf" srcId="{5F062E9E-B592-465C-BE50-A71FD44D9F90}" destId="{236BAF2F-C43F-ED4D-9044-90C41E4E0F35}" srcOrd="1" destOrd="0" presId="urn:microsoft.com/office/officeart/2016/7/layout/VerticalDownArrowProcess"/>
    <dgm:cxn modelId="{6863211F-4351-6C4A-A9E6-EB9D4EEECB73}" type="presOf" srcId="{A406653B-4FAF-4143-AE8D-10A35A36E277}" destId="{47253444-E849-DC4E-B613-E949857C6809}" srcOrd="0" destOrd="0" presId="urn:microsoft.com/office/officeart/2016/7/layout/VerticalDownArrowProcess"/>
    <dgm:cxn modelId="{41499531-CB73-DD44-9747-46FA67505095}" type="presOf" srcId="{AF7B738C-2D66-4D27-9AEA-7B00C386B79E}" destId="{E868D5EF-0FFA-8741-8FEA-5D38E6E68584}" srcOrd="0" destOrd="0" presId="urn:microsoft.com/office/officeart/2016/7/layout/VerticalDownArrowProcess"/>
    <dgm:cxn modelId="{23AD9D31-B3A7-4C9D-ABAB-065E96AE486F}" srcId="{E229807C-1086-4E53-8CE2-B74FB021B32D}" destId="{CAA4F80C-D187-41E8-BDA7-02A6E32E5317}" srcOrd="5" destOrd="0" parTransId="{6F5BAEE1-28D8-416E-A080-49AD512E2A74}" sibTransId="{52692D24-61B1-478A-B1EB-A04159FECA90}"/>
    <dgm:cxn modelId="{D3800C45-A72B-C345-8982-FF202DBE5DC8}" type="presOf" srcId="{AD8B0AC1-94A2-4104-AE36-25EB7C049E06}" destId="{6260E97A-6680-664D-9A33-77E6C72E37C4}" srcOrd="0" destOrd="0" presId="urn:microsoft.com/office/officeart/2016/7/layout/VerticalDownArrowProcess"/>
    <dgm:cxn modelId="{AE36055E-816A-FA4B-85ED-2080B5CE6A8B}" type="presOf" srcId="{2664F0CF-14BE-4818-B2C7-1C6F7D16F817}" destId="{A5F57E45-C469-F042-87D6-3380423EBD7A}" srcOrd="0" destOrd="0" presId="urn:microsoft.com/office/officeart/2016/7/layout/VerticalDownArrowProcess"/>
    <dgm:cxn modelId="{694C4860-682B-4C7E-8370-89F0FF496953}" srcId="{E229807C-1086-4E53-8CE2-B74FB021B32D}" destId="{FCF8D570-49D5-4B1B-9EEB-A04A6D6F6191}" srcOrd="1" destOrd="0" parTransId="{3E75CEA0-87A4-429F-B8DC-BB8492A2F010}" sibTransId="{685F72C7-2DA4-4AF9-9EFB-F9468BDBAED2}"/>
    <dgm:cxn modelId="{7DB38160-3847-4644-A90A-DD50FFF61ED5}" srcId="{CAA4F80C-D187-41E8-BDA7-02A6E32E5317}" destId="{DCF92B18-4334-46B3-BD15-09B7AC0B84EB}" srcOrd="0" destOrd="0" parTransId="{83239FF2-BC8F-4200-9CEA-E882579D9C4F}" sibTransId="{855D3DE6-DF26-4B05-B728-A9AFC49E087C}"/>
    <dgm:cxn modelId="{BE6D9363-6459-1D48-8DA5-397BD89F0BC4}" type="presOf" srcId="{7F16B69F-3B8B-4FEC-8B18-060D50900583}" destId="{37D6D4A0-E25E-914E-9FB2-CE25A4345FD7}" srcOrd="0" destOrd="0" presId="urn:microsoft.com/office/officeart/2016/7/layout/VerticalDownArrowProcess"/>
    <dgm:cxn modelId="{2E00F166-7773-4308-BF12-855ED7B90186}" srcId="{E229807C-1086-4E53-8CE2-B74FB021B32D}" destId="{3C12B4E2-2908-4060-90E5-5F37CA5A5E24}" srcOrd="0" destOrd="0" parTransId="{8C206EFD-277A-4090-B59F-79FAB97006FF}" sibTransId="{3771E809-6CDF-47A7-9FA6-2B224760EDAB}"/>
    <dgm:cxn modelId="{6D67F56D-3844-7549-A911-1BCF4B6A2775}" type="presOf" srcId="{372AF2C9-F116-4AD7-909B-FAFCB648B6EE}" destId="{5245F5E7-BFB7-F44C-8B1B-02E13372F415}" srcOrd="0" destOrd="0" presId="urn:microsoft.com/office/officeart/2016/7/layout/VerticalDownArrowProcess"/>
    <dgm:cxn modelId="{01C3E770-074E-4BC9-A1B2-6746C08AFA19}" srcId="{AD8B0AC1-94A2-4104-AE36-25EB7C049E06}" destId="{7F16B69F-3B8B-4FEC-8B18-060D50900583}" srcOrd="0" destOrd="0" parTransId="{CD5BFD72-A98B-4664-B235-14CC9F63F111}" sibTransId="{879ACB1F-AE94-4355-9369-1FDE7D852A26}"/>
    <dgm:cxn modelId="{03EF3178-9726-434E-9BD2-96ACB345C99D}" srcId="{3C12B4E2-2908-4060-90E5-5F37CA5A5E24}" destId="{A406653B-4FAF-4143-AE8D-10A35A36E277}" srcOrd="0" destOrd="0" parTransId="{A57E4CB7-FD1E-4069-9F74-14917610BA8D}" sibTransId="{5060FBD4-6707-4B2D-995B-FE74F4EEBFE1}"/>
    <dgm:cxn modelId="{4896BB86-0A02-4CBC-8AE9-D8F1E039C786}" srcId="{415AA881-8C62-4A84-974E-8421625BB6BA}" destId="{372AF2C9-F116-4AD7-909B-FAFCB648B6EE}" srcOrd="0" destOrd="0" parTransId="{19D47B20-C365-491C-ACD6-3D13E270A6EF}" sibTransId="{9E4FC44B-9BE2-4458-8E4D-F5B5BD4EFE3D}"/>
    <dgm:cxn modelId="{59636888-7998-44AF-ACE5-5C371DD48A57}" srcId="{E229807C-1086-4E53-8CE2-B74FB021B32D}" destId="{5F062E9E-B592-465C-BE50-A71FD44D9F90}" srcOrd="2" destOrd="0" parTransId="{E3C905FA-7199-4A9D-A189-8B3BB1899B19}" sibTransId="{EA77D7CF-2E5C-4E97-B11D-E0401AB8A2DC}"/>
    <dgm:cxn modelId="{43A88C90-EA7B-F942-B379-9C0EE84BFED6}" type="presOf" srcId="{3C12B4E2-2908-4060-90E5-5F37CA5A5E24}" destId="{07005A7F-E32D-504C-B74F-C6E8F949C084}" srcOrd="1" destOrd="0" presId="urn:microsoft.com/office/officeart/2016/7/layout/VerticalDownArrowProcess"/>
    <dgm:cxn modelId="{B53A449D-1E6B-431C-B269-AE4684E6D673}" srcId="{E229807C-1086-4E53-8CE2-B74FB021B32D}" destId="{2664F0CF-14BE-4818-B2C7-1C6F7D16F817}" srcOrd="6" destOrd="0" parTransId="{38D83B72-847E-45AB-A72E-4C6081070F23}" sibTransId="{FFFF2EE1-41DE-416C-B98E-6D9919DC3EA4}"/>
    <dgm:cxn modelId="{06EA7CA5-D899-1544-8403-2181205B1E4D}" type="presOf" srcId="{415AA881-8C62-4A84-974E-8421625BB6BA}" destId="{23C42394-510C-3B42-9843-02290CE4CCE4}" srcOrd="0" destOrd="0" presId="urn:microsoft.com/office/officeart/2016/7/layout/VerticalDownArrowProcess"/>
    <dgm:cxn modelId="{162954A9-6D52-FD46-99AA-959D1A1F5129}" type="presOf" srcId="{415AA881-8C62-4A84-974E-8421625BB6BA}" destId="{CA11EA65-04BB-DE4D-AB76-5C2DCC4F7C2C}" srcOrd="1" destOrd="0" presId="urn:microsoft.com/office/officeart/2016/7/layout/VerticalDownArrowProcess"/>
    <dgm:cxn modelId="{7A498EAA-896D-B443-9BF7-E921E9D85E7B}" type="presOf" srcId="{FCF8D570-49D5-4B1B-9EEB-A04A6D6F6191}" destId="{16BF8D25-5BBB-EB4F-B916-8247DC7FD1D2}" srcOrd="1" destOrd="0" presId="urn:microsoft.com/office/officeart/2016/7/layout/VerticalDownArrowProcess"/>
    <dgm:cxn modelId="{AECA4DB7-3303-524F-8544-50D87EB36C5F}" type="presOf" srcId="{5F062E9E-B592-465C-BE50-A71FD44D9F90}" destId="{790FD532-27C1-BB40-A61E-153931F63AB1}" srcOrd="0" destOrd="0" presId="urn:microsoft.com/office/officeart/2016/7/layout/VerticalDownArrowProcess"/>
    <dgm:cxn modelId="{B2E379B7-94B2-3C45-A248-9EAF5188D836}" type="presOf" srcId="{CAA4F80C-D187-41E8-BDA7-02A6E32E5317}" destId="{61BFF02D-4D49-374D-BE48-B9A349FEE950}" srcOrd="0" destOrd="0" presId="urn:microsoft.com/office/officeart/2016/7/layout/VerticalDownArrowProcess"/>
    <dgm:cxn modelId="{CEC1CEB8-1073-4FBD-AB92-A3A94063B659}" srcId="{5F062E9E-B592-465C-BE50-A71FD44D9F90}" destId="{F80AC4D2-4A67-4C89-8DC5-FEF70AD02840}" srcOrd="0" destOrd="0" parTransId="{0DDCEB62-4B6A-408D-8D49-B070767FA0A7}" sibTransId="{D1726703-6DBD-46B8-B226-417B6FBAC7B7}"/>
    <dgm:cxn modelId="{2B4DA6CD-5C90-4C67-86DB-C771EB2D3886}" srcId="{2664F0CF-14BE-4818-B2C7-1C6F7D16F817}" destId="{FA768CF0-1D11-4232-A57F-F9F4A5F0336F}" srcOrd="0" destOrd="0" parTransId="{230BAD8D-0FE2-4133-97DF-A0974AF41A7D}" sibTransId="{B3DD4BD8-AAD7-41D3-AB05-A9E93F00D969}"/>
    <dgm:cxn modelId="{487086D0-0A38-B44E-9BB2-B7FA8927A026}" type="presOf" srcId="{DCF92B18-4334-46B3-BD15-09B7AC0B84EB}" destId="{6A07291B-4124-0543-9AB5-EA0DD241655A}" srcOrd="0" destOrd="0" presId="urn:microsoft.com/office/officeart/2016/7/layout/VerticalDownArrowProcess"/>
    <dgm:cxn modelId="{CB4CA3D5-6CF9-D14B-ADF6-3324D59BA169}" type="presOf" srcId="{FA768CF0-1D11-4232-A57F-F9F4A5F0336F}" destId="{4D98AB08-649B-0441-B147-F235A0552B8F}" srcOrd="0" destOrd="0" presId="urn:microsoft.com/office/officeart/2016/7/layout/VerticalDownArrowProcess"/>
    <dgm:cxn modelId="{490A74DD-8F97-854A-805F-552E0F931990}" type="presOf" srcId="{AD8B0AC1-94A2-4104-AE36-25EB7C049E06}" destId="{69C4D4E1-AE67-F947-9884-C8DB163351A3}" srcOrd="1" destOrd="0" presId="urn:microsoft.com/office/officeart/2016/7/layout/VerticalDownArrowProcess"/>
    <dgm:cxn modelId="{4CAE23E6-77A6-9447-9D36-D14A5AA2C0F6}" type="presOf" srcId="{CAA4F80C-D187-41E8-BDA7-02A6E32E5317}" destId="{4EF20EC9-DC93-8A4E-9EBB-76BA0CDBE34E}" srcOrd="1" destOrd="0" presId="urn:microsoft.com/office/officeart/2016/7/layout/VerticalDownArrowProcess"/>
    <dgm:cxn modelId="{5380C2EE-5FE2-D94D-8CF4-0123B4ED9406}" type="presOf" srcId="{F80AC4D2-4A67-4C89-8DC5-FEF70AD02840}" destId="{1E3D88A8-0F2F-8D45-89B7-E5F8D143F9FA}" srcOrd="0" destOrd="0" presId="urn:microsoft.com/office/officeart/2016/7/layout/VerticalDownArrowProcess"/>
    <dgm:cxn modelId="{47A3F9EE-90D7-F749-9D67-2C8A7AD25AC6}" type="presOf" srcId="{3C12B4E2-2908-4060-90E5-5F37CA5A5E24}" destId="{92623BF3-BE6F-254F-BFCE-C799EF5A895F}" srcOrd="0" destOrd="0" presId="urn:microsoft.com/office/officeart/2016/7/layout/VerticalDownArrowProcess"/>
    <dgm:cxn modelId="{909A6BF0-F2E8-9B42-8CF6-E63D9F4785B1}" type="presOf" srcId="{FCF8D570-49D5-4B1B-9EEB-A04A6D6F6191}" destId="{369D7D6E-BFA6-534B-9BC6-47C91A1C9DB0}" srcOrd="0" destOrd="0" presId="urn:microsoft.com/office/officeart/2016/7/layout/VerticalDownArrowProcess"/>
    <dgm:cxn modelId="{009A03FF-8619-5C48-87B3-AA5995A67337}" type="presOf" srcId="{E229807C-1086-4E53-8CE2-B74FB021B32D}" destId="{721339CE-5AD4-BF43-A9DA-916DB96D9D56}" srcOrd="0" destOrd="0" presId="urn:microsoft.com/office/officeart/2016/7/layout/VerticalDownArrowProcess"/>
    <dgm:cxn modelId="{3947D816-B60D-7044-BFBF-25FD27C386DF}" type="presParOf" srcId="{721339CE-5AD4-BF43-A9DA-916DB96D9D56}" destId="{526EDC92-0468-7D44-9966-2CCE136F4E6E}" srcOrd="0" destOrd="0" presId="urn:microsoft.com/office/officeart/2016/7/layout/VerticalDownArrowProcess"/>
    <dgm:cxn modelId="{1EABD9F0-5DA2-FC44-84DD-EAB4286DE8B1}" type="presParOf" srcId="{526EDC92-0468-7D44-9966-2CCE136F4E6E}" destId="{A5F57E45-C469-F042-87D6-3380423EBD7A}" srcOrd="0" destOrd="0" presId="urn:microsoft.com/office/officeart/2016/7/layout/VerticalDownArrowProcess"/>
    <dgm:cxn modelId="{CC003320-BA6D-DA47-9AB4-E8C07CBF2D40}" type="presParOf" srcId="{526EDC92-0468-7D44-9966-2CCE136F4E6E}" destId="{4D98AB08-649B-0441-B147-F235A0552B8F}" srcOrd="1" destOrd="0" presId="urn:microsoft.com/office/officeart/2016/7/layout/VerticalDownArrowProcess"/>
    <dgm:cxn modelId="{7DA037F9-6E67-FB45-80AE-233A3CCD017C}" type="presParOf" srcId="{721339CE-5AD4-BF43-A9DA-916DB96D9D56}" destId="{0C192CC6-DB43-634F-AF4F-4F4605757E56}" srcOrd="1" destOrd="0" presId="urn:microsoft.com/office/officeart/2016/7/layout/VerticalDownArrowProcess"/>
    <dgm:cxn modelId="{4CB34F27-2AEF-C84F-A8C7-B2F7392CB84B}" type="presParOf" srcId="{721339CE-5AD4-BF43-A9DA-916DB96D9D56}" destId="{C5321C27-79AA-5B44-AE8D-6BEAB240EFEF}" srcOrd="2" destOrd="0" presId="urn:microsoft.com/office/officeart/2016/7/layout/VerticalDownArrowProcess"/>
    <dgm:cxn modelId="{D365B0C6-F151-2848-B282-5482936FF028}" type="presParOf" srcId="{C5321C27-79AA-5B44-AE8D-6BEAB240EFEF}" destId="{61BFF02D-4D49-374D-BE48-B9A349FEE950}" srcOrd="0" destOrd="0" presId="urn:microsoft.com/office/officeart/2016/7/layout/VerticalDownArrowProcess"/>
    <dgm:cxn modelId="{95E934AD-01FC-EF46-8825-83967A75D352}" type="presParOf" srcId="{C5321C27-79AA-5B44-AE8D-6BEAB240EFEF}" destId="{4EF20EC9-DC93-8A4E-9EBB-76BA0CDBE34E}" srcOrd="1" destOrd="0" presId="urn:microsoft.com/office/officeart/2016/7/layout/VerticalDownArrowProcess"/>
    <dgm:cxn modelId="{5E905645-17B0-0E43-A904-38326C369D5B}" type="presParOf" srcId="{C5321C27-79AA-5B44-AE8D-6BEAB240EFEF}" destId="{6A07291B-4124-0543-9AB5-EA0DD241655A}" srcOrd="2" destOrd="0" presId="urn:microsoft.com/office/officeart/2016/7/layout/VerticalDownArrowProcess"/>
    <dgm:cxn modelId="{622A1E52-2759-BB43-B37C-A7E68F45A686}" type="presParOf" srcId="{721339CE-5AD4-BF43-A9DA-916DB96D9D56}" destId="{994503B3-153B-1943-9DA0-6F59C67CE3AB}" srcOrd="3" destOrd="0" presId="urn:microsoft.com/office/officeart/2016/7/layout/VerticalDownArrowProcess"/>
    <dgm:cxn modelId="{07C79243-9959-224E-9075-3FDDFEBF36EB}" type="presParOf" srcId="{721339CE-5AD4-BF43-A9DA-916DB96D9D56}" destId="{2FD4865A-D7E9-ED44-BC85-FC49C590A6EF}" srcOrd="4" destOrd="0" presId="urn:microsoft.com/office/officeart/2016/7/layout/VerticalDownArrowProcess"/>
    <dgm:cxn modelId="{AADFBC1A-5D29-F14A-AAE4-3447A3B37949}" type="presParOf" srcId="{2FD4865A-D7E9-ED44-BC85-FC49C590A6EF}" destId="{6260E97A-6680-664D-9A33-77E6C72E37C4}" srcOrd="0" destOrd="0" presId="urn:microsoft.com/office/officeart/2016/7/layout/VerticalDownArrowProcess"/>
    <dgm:cxn modelId="{687232C8-1582-3C4D-BDC9-A3C2359E21BD}" type="presParOf" srcId="{2FD4865A-D7E9-ED44-BC85-FC49C590A6EF}" destId="{69C4D4E1-AE67-F947-9884-C8DB163351A3}" srcOrd="1" destOrd="0" presId="urn:microsoft.com/office/officeart/2016/7/layout/VerticalDownArrowProcess"/>
    <dgm:cxn modelId="{75D14894-32B8-D541-8221-890FB9A7C1A3}" type="presParOf" srcId="{2FD4865A-D7E9-ED44-BC85-FC49C590A6EF}" destId="{37D6D4A0-E25E-914E-9FB2-CE25A4345FD7}" srcOrd="2" destOrd="0" presId="urn:microsoft.com/office/officeart/2016/7/layout/VerticalDownArrowProcess"/>
    <dgm:cxn modelId="{3D405E8F-E0E3-DD46-A570-2D094074FF17}" type="presParOf" srcId="{721339CE-5AD4-BF43-A9DA-916DB96D9D56}" destId="{F1AE9E77-7CFA-B44F-98FA-92ECCB9CCDD5}" srcOrd="5" destOrd="0" presId="urn:microsoft.com/office/officeart/2016/7/layout/VerticalDownArrowProcess"/>
    <dgm:cxn modelId="{D7645F8A-EFDD-2848-8487-EFA2057DE6D5}" type="presParOf" srcId="{721339CE-5AD4-BF43-A9DA-916DB96D9D56}" destId="{3D491A35-5A28-3D43-B449-6873B2DB5949}" srcOrd="6" destOrd="0" presId="urn:microsoft.com/office/officeart/2016/7/layout/VerticalDownArrowProcess"/>
    <dgm:cxn modelId="{048B9A64-B708-CF4F-B975-058F9576F43D}" type="presParOf" srcId="{3D491A35-5A28-3D43-B449-6873B2DB5949}" destId="{23C42394-510C-3B42-9843-02290CE4CCE4}" srcOrd="0" destOrd="0" presId="urn:microsoft.com/office/officeart/2016/7/layout/VerticalDownArrowProcess"/>
    <dgm:cxn modelId="{F30C0634-F17F-F140-8C1D-B31D4BCB5E4B}" type="presParOf" srcId="{3D491A35-5A28-3D43-B449-6873B2DB5949}" destId="{CA11EA65-04BB-DE4D-AB76-5C2DCC4F7C2C}" srcOrd="1" destOrd="0" presId="urn:microsoft.com/office/officeart/2016/7/layout/VerticalDownArrowProcess"/>
    <dgm:cxn modelId="{4BAA477D-D2DA-C24B-9EAB-0419A1C28A69}" type="presParOf" srcId="{3D491A35-5A28-3D43-B449-6873B2DB5949}" destId="{5245F5E7-BFB7-F44C-8B1B-02E13372F415}" srcOrd="2" destOrd="0" presId="urn:microsoft.com/office/officeart/2016/7/layout/VerticalDownArrowProcess"/>
    <dgm:cxn modelId="{27AAA43C-AA2F-F341-9B45-A91093EDF0D2}" type="presParOf" srcId="{721339CE-5AD4-BF43-A9DA-916DB96D9D56}" destId="{E8AF5ADF-6D4B-924F-B690-9E4FF6E419BE}" srcOrd="7" destOrd="0" presId="urn:microsoft.com/office/officeart/2016/7/layout/VerticalDownArrowProcess"/>
    <dgm:cxn modelId="{48EA3F73-A1FD-D849-A4E3-218AA9E26505}" type="presParOf" srcId="{721339CE-5AD4-BF43-A9DA-916DB96D9D56}" destId="{E31564D2-1281-824F-AEFF-3E2748EE48E5}" srcOrd="8" destOrd="0" presId="urn:microsoft.com/office/officeart/2016/7/layout/VerticalDownArrowProcess"/>
    <dgm:cxn modelId="{7A795B35-2FFB-CE4B-A070-2AD6A948D2DA}" type="presParOf" srcId="{E31564D2-1281-824F-AEFF-3E2748EE48E5}" destId="{790FD532-27C1-BB40-A61E-153931F63AB1}" srcOrd="0" destOrd="0" presId="urn:microsoft.com/office/officeart/2016/7/layout/VerticalDownArrowProcess"/>
    <dgm:cxn modelId="{BF42FFCB-36A4-F44E-B85D-42043CDF6DB8}" type="presParOf" srcId="{E31564D2-1281-824F-AEFF-3E2748EE48E5}" destId="{236BAF2F-C43F-ED4D-9044-90C41E4E0F35}" srcOrd="1" destOrd="0" presId="urn:microsoft.com/office/officeart/2016/7/layout/VerticalDownArrowProcess"/>
    <dgm:cxn modelId="{93E3B67E-F9E6-8C42-9268-7F678B519203}" type="presParOf" srcId="{E31564D2-1281-824F-AEFF-3E2748EE48E5}" destId="{1E3D88A8-0F2F-8D45-89B7-E5F8D143F9FA}" srcOrd="2" destOrd="0" presId="urn:microsoft.com/office/officeart/2016/7/layout/VerticalDownArrowProcess"/>
    <dgm:cxn modelId="{8C36E8BA-018C-6142-A713-6FC74476012A}" type="presParOf" srcId="{721339CE-5AD4-BF43-A9DA-916DB96D9D56}" destId="{3B70BFE2-9CE1-6F44-BD9C-B224DFA1CFB9}" srcOrd="9" destOrd="0" presId="urn:microsoft.com/office/officeart/2016/7/layout/VerticalDownArrowProcess"/>
    <dgm:cxn modelId="{B539EF2A-3B4E-8D46-9B13-A72CE37E59F2}" type="presParOf" srcId="{721339CE-5AD4-BF43-A9DA-916DB96D9D56}" destId="{A06325BD-D5FC-2E40-A0CB-9C739FCF086E}" srcOrd="10" destOrd="0" presId="urn:microsoft.com/office/officeart/2016/7/layout/VerticalDownArrowProcess"/>
    <dgm:cxn modelId="{2DBB35E4-DC59-8D4A-9585-8C551A132782}" type="presParOf" srcId="{A06325BD-D5FC-2E40-A0CB-9C739FCF086E}" destId="{369D7D6E-BFA6-534B-9BC6-47C91A1C9DB0}" srcOrd="0" destOrd="0" presId="urn:microsoft.com/office/officeart/2016/7/layout/VerticalDownArrowProcess"/>
    <dgm:cxn modelId="{7A15B051-DC99-5A40-9DFB-F4495105AE2D}" type="presParOf" srcId="{A06325BD-D5FC-2E40-A0CB-9C739FCF086E}" destId="{16BF8D25-5BBB-EB4F-B916-8247DC7FD1D2}" srcOrd="1" destOrd="0" presId="urn:microsoft.com/office/officeart/2016/7/layout/VerticalDownArrowProcess"/>
    <dgm:cxn modelId="{50FBCB5D-39EF-A84D-A8F9-8F6C9208214D}" type="presParOf" srcId="{A06325BD-D5FC-2E40-A0CB-9C739FCF086E}" destId="{E868D5EF-0FFA-8741-8FEA-5D38E6E68584}" srcOrd="2" destOrd="0" presId="urn:microsoft.com/office/officeart/2016/7/layout/VerticalDownArrowProcess"/>
    <dgm:cxn modelId="{B24F1A41-15A6-154B-BF64-16B7891C66A3}" type="presParOf" srcId="{721339CE-5AD4-BF43-A9DA-916DB96D9D56}" destId="{979AADAD-31BC-494E-9DC3-F6D0273AC55F}" srcOrd="11" destOrd="0" presId="urn:microsoft.com/office/officeart/2016/7/layout/VerticalDownArrowProcess"/>
    <dgm:cxn modelId="{782D0216-DF2A-E04D-8232-1DDF8F6BD0B7}" type="presParOf" srcId="{721339CE-5AD4-BF43-A9DA-916DB96D9D56}" destId="{726370D0-0E91-CE4A-93DF-E9E8FAEDF86D}" srcOrd="12" destOrd="0" presId="urn:microsoft.com/office/officeart/2016/7/layout/VerticalDownArrowProcess"/>
    <dgm:cxn modelId="{2F8C07A5-9C0E-FE4D-B868-661217FFF647}" type="presParOf" srcId="{726370D0-0E91-CE4A-93DF-E9E8FAEDF86D}" destId="{92623BF3-BE6F-254F-BFCE-C799EF5A895F}" srcOrd="0" destOrd="0" presId="urn:microsoft.com/office/officeart/2016/7/layout/VerticalDownArrowProcess"/>
    <dgm:cxn modelId="{45308726-2587-5648-BF04-112484492395}" type="presParOf" srcId="{726370D0-0E91-CE4A-93DF-E9E8FAEDF86D}" destId="{07005A7F-E32D-504C-B74F-C6E8F949C084}" srcOrd="1" destOrd="0" presId="urn:microsoft.com/office/officeart/2016/7/layout/VerticalDownArrowProcess"/>
    <dgm:cxn modelId="{795EBA99-5F18-0F4C-8D59-6812BEC5F59C}" type="presParOf" srcId="{726370D0-0E91-CE4A-93DF-E9E8FAEDF86D}" destId="{47253444-E849-DC4E-B613-E949857C680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15A0CCB-7A94-4AB9-AEC5-1A69F67249C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D7D3581-271C-4F0F-94D8-FDB43EE099D9}">
      <dgm:prSet/>
      <dgm:spPr/>
      <dgm:t>
        <a:bodyPr/>
        <a:lstStyle/>
        <a:p>
          <a:r>
            <a:rPr lang="en-US"/>
            <a:t>• Accuracy</a:t>
          </a:r>
        </a:p>
      </dgm:t>
    </dgm:pt>
    <dgm:pt modelId="{B253E3EA-B670-48B9-9B99-63AD21E5BB50}" type="parTrans" cxnId="{5E830D7A-7E76-4FB8-ADAF-76FFE82C3DD8}">
      <dgm:prSet/>
      <dgm:spPr/>
      <dgm:t>
        <a:bodyPr/>
        <a:lstStyle/>
        <a:p>
          <a:endParaRPr lang="en-US"/>
        </a:p>
      </dgm:t>
    </dgm:pt>
    <dgm:pt modelId="{FDCCD947-A69F-4849-AF94-762291BF7CD0}" type="sibTrans" cxnId="{5E830D7A-7E76-4FB8-ADAF-76FFE82C3DD8}">
      <dgm:prSet/>
      <dgm:spPr/>
      <dgm:t>
        <a:bodyPr/>
        <a:lstStyle/>
        <a:p>
          <a:endParaRPr lang="en-US"/>
        </a:p>
      </dgm:t>
    </dgm:pt>
    <dgm:pt modelId="{EEC6E0B6-2D07-42E9-82FD-9E0F46619654}">
      <dgm:prSet/>
      <dgm:spPr/>
      <dgm:t>
        <a:bodyPr/>
        <a:lstStyle/>
        <a:p>
          <a:r>
            <a:rPr lang="en-US"/>
            <a:t>• Precision</a:t>
          </a:r>
        </a:p>
      </dgm:t>
    </dgm:pt>
    <dgm:pt modelId="{DD698F8A-5C53-45BD-A8FC-F5F766DEE648}" type="parTrans" cxnId="{9ABBB379-7503-4CCB-9954-B5BD2832A74F}">
      <dgm:prSet/>
      <dgm:spPr/>
      <dgm:t>
        <a:bodyPr/>
        <a:lstStyle/>
        <a:p>
          <a:endParaRPr lang="en-US"/>
        </a:p>
      </dgm:t>
    </dgm:pt>
    <dgm:pt modelId="{63A91FCE-1AA8-422B-9B27-B9F7EA58A7CF}" type="sibTrans" cxnId="{9ABBB379-7503-4CCB-9954-B5BD2832A74F}">
      <dgm:prSet/>
      <dgm:spPr/>
      <dgm:t>
        <a:bodyPr/>
        <a:lstStyle/>
        <a:p>
          <a:endParaRPr lang="en-US"/>
        </a:p>
      </dgm:t>
    </dgm:pt>
    <dgm:pt modelId="{43DCEA23-FFEC-448D-857C-0887E5003A34}">
      <dgm:prSet/>
      <dgm:spPr/>
      <dgm:t>
        <a:bodyPr/>
        <a:lstStyle/>
        <a:p>
          <a:r>
            <a:rPr lang="en-US"/>
            <a:t>• Recall</a:t>
          </a:r>
        </a:p>
      </dgm:t>
    </dgm:pt>
    <dgm:pt modelId="{31262C48-895F-49FB-8148-9DBF2D8FF010}" type="parTrans" cxnId="{477ED54E-8934-4F78-A764-AF2DAC65027C}">
      <dgm:prSet/>
      <dgm:spPr/>
      <dgm:t>
        <a:bodyPr/>
        <a:lstStyle/>
        <a:p>
          <a:endParaRPr lang="en-US"/>
        </a:p>
      </dgm:t>
    </dgm:pt>
    <dgm:pt modelId="{0277FF93-84D6-44C3-9DCC-838A85AF20F4}" type="sibTrans" cxnId="{477ED54E-8934-4F78-A764-AF2DAC65027C}">
      <dgm:prSet/>
      <dgm:spPr/>
      <dgm:t>
        <a:bodyPr/>
        <a:lstStyle/>
        <a:p>
          <a:endParaRPr lang="en-US"/>
        </a:p>
      </dgm:t>
    </dgm:pt>
    <dgm:pt modelId="{248051B7-DE5A-40D8-8B0A-2050910007CA}">
      <dgm:prSet/>
      <dgm:spPr/>
      <dgm:t>
        <a:bodyPr/>
        <a:lstStyle/>
        <a:p>
          <a:r>
            <a:rPr lang="en-US"/>
            <a:t>• F1 Score</a:t>
          </a:r>
        </a:p>
      </dgm:t>
    </dgm:pt>
    <dgm:pt modelId="{B7A146CB-9DB4-4683-AE3A-D4B32C9B9545}" type="parTrans" cxnId="{705DC35E-98A8-4F55-BB03-944723F44387}">
      <dgm:prSet/>
      <dgm:spPr/>
      <dgm:t>
        <a:bodyPr/>
        <a:lstStyle/>
        <a:p>
          <a:endParaRPr lang="en-US"/>
        </a:p>
      </dgm:t>
    </dgm:pt>
    <dgm:pt modelId="{99F1D7D0-2966-4F17-8465-56693115DC22}" type="sibTrans" cxnId="{705DC35E-98A8-4F55-BB03-944723F44387}">
      <dgm:prSet/>
      <dgm:spPr/>
      <dgm:t>
        <a:bodyPr/>
        <a:lstStyle/>
        <a:p>
          <a:endParaRPr lang="en-US"/>
        </a:p>
      </dgm:t>
    </dgm:pt>
    <dgm:pt modelId="{8380C0F0-D8D7-4B31-8C9A-3ADA911E6942}">
      <dgm:prSet/>
      <dgm:spPr/>
      <dgm:t>
        <a:bodyPr/>
        <a:lstStyle/>
        <a:p>
          <a:r>
            <a:rPr lang="en-US"/>
            <a:t>• ROC‑AUC</a:t>
          </a:r>
        </a:p>
      </dgm:t>
    </dgm:pt>
    <dgm:pt modelId="{464EE153-4FF2-4CC3-BD94-69191A1C39BD}" type="parTrans" cxnId="{2220C1CA-5014-4E13-A1EB-71819F3FD14D}">
      <dgm:prSet/>
      <dgm:spPr/>
      <dgm:t>
        <a:bodyPr/>
        <a:lstStyle/>
        <a:p>
          <a:endParaRPr lang="en-US"/>
        </a:p>
      </dgm:t>
    </dgm:pt>
    <dgm:pt modelId="{79FD9E4A-5613-4DCC-A53E-DEDBD32F04DF}" type="sibTrans" cxnId="{2220C1CA-5014-4E13-A1EB-71819F3FD14D}">
      <dgm:prSet/>
      <dgm:spPr/>
      <dgm:t>
        <a:bodyPr/>
        <a:lstStyle/>
        <a:p>
          <a:endParaRPr lang="en-US"/>
        </a:p>
      </dgm:t>
    </dgm:pt>
    <dgm:pt modelId="{05ED89AC-6838-AD4D-A296-E8DDCBCD9CE5}" type="pres">
      <dgm:prSet presAssocID="{815A0CCB-7A94-4AB9-AEC5-1A69F67249C4}" presName="vert0" presStyleCnt="0">
        <dgm:presLayoutVars>
          <dgm:dir/>
          <dgm:animOne val="branch"/>
          <dgm:animLvl val="lvl"/>
        </dgm:presLayoutVars>
      </dgm:prSet>
      <dgm:spPr/>
    </dgm:pt>
    <dgm:pt modelId="{92F0EA98-4DF4-7644-A0BD-B2EA0CAE65D5}" type="pres">
      <dgm:prSet presAssocID="{4D7D3581-271C-4F0F-94D8-FDB43EE099D9}" presName="thickLine" presStyleLbl="alignNode1" presStyleIdx="0" presStyleCnt="5"/>
      <dgm:spPr/>
    </dgm:pt>
    <dgm:pt modelId="{ED016026-EF51-F841-ADC9-62D9DC1E474F}" type="pres">
      <dgm:prSet presAssocID="{4D7D3581-271C-4F0F-94D8-FDB43EE099D9}" presName="horz1" presStyleCnt="0"/>
      <dgm:spPr/>
    </dgm:pt>
    <dgm:pt modelId="{4D6885D8-2AF2-0542-8003-0BB97ED62F9E}" type="pres">
      <dgm:prSet presAssocID="{4D7D3581-271C-4F0F-94D8-FDB43EE099D9}" presName="tx1" presStyleLbl="revTx" presStyleIdx="0" presStyleCnt="5"/>
      <dgm:spPr/>
    </dgm:pt>
    <dgm:pt modelId="{9CDE71DE-B587-D342-AB08-56AC21671EBF}" type="pres">
      <dgm:prSet presAssocID="{4D7D3581-271C-4F0F-94D8-FDB43EE099D9}" presName="vert1" presStyleCnt="0"/>
      <dgm:spPr/>
    </dgm:pt>
    <dgm:pt modelId="{42A8E1FB-F22D-DA48-BEE3-104443651261}" type="pres">
      <dgm:prSet presAssocID="{EEC6E0B6-2D07-42E9-82FD-9E0F46619654}" presName="thickLine" presStyleLbl="alignNode1" presStyleIdx="1" presStyleCnt="5"/>
      <dgm:spPr/>
    </dgm:pt>
    <dgm:pt modelId="{31C36658-35F4-E14E-9B6A-1FD550A78167}" type="pres">
      <dgm:prSet presAssocID="{EEC6E0B6-2D07-42E9-82FD-9E0F46619654}" presName="horz1" presStyleCnt="0"/>
      <dgm:spPr/>
    </dgm:pt>
    <dgm:pt modelId="{42A31A8C-845C-5F42-994A-1A3AA7872156}" type="pres">
      <dgm:prSet presAssocID="{EEC6E0B6-2D07-42E9-82FD-9E0F46619654}" presName="tx1" presStyleLbl="revTx" presStyleIdx="1" presStyleCnt="5"/>
      <dgm:spPr/>
    </dgm:pt>
    <dgm:pt modelId="{BC7B3A7F-5361-FC4F-A8B6-9D5D956DF8FF}" type="pres">
      <dgm:prSet presAssocID="{EEC6E0B6-2D07-42E9-82FD-9E0F46619654}" presName="vert1" presStyleCnt="0"/>
      <dgm:spPr/>
    </dgm:pt>
    <dgm:pt modelId="{7325AE6D-5E5C-0140-8A2F-DD64AD95828A}" type="pres">
      <dgm:prSet presAssocID="{43DCEA23-FFEC-448D-857C-0887E5003A34}" presName="thickLine" presStyleLbl="alignNode1" presStyleIdx="2" presStyleCnt="5"/>
      <dgm:spPr/>
    </dgm:pt>
    <dgm:pt modelId="{0B3EDF4D-ED41-5D4B-A424-39F6459E86A2}" type="pres">
      <dgm:prSet presAssocID="{43DCEA23-FFEC-448D-857C-0887E5003A34}" presName="horz1" presStyleCnt="0"/>
      <dgm:spPr/>
    </dgm:pt>
    <dgm:pt modelId="{98385CDA-1590-C149-84F0-E9749D2D5348}" type="pres">
      <dgm:prSet presAssocID="{43DCEA23-FFEC-448D-857C-0887E5003A34}" presName="tx1" presStyleLbl="revTx" presStyleIdx="2" presStyleCnt="5"/>
      <dgm:spPr/>
    </dgm:pt>
    <dgm:pt modelId="{F84539CE-F64C-7F41-9133-D4BC5E9FE80A}" type="pres">
      <dgm:prSet presAssocID="{43DCEA23-FFEC-448D-857C-0887E5003A34}" presName="vert1" presStyleCnt="0"/>
      <dgm:spPr/>
    </dgm:pt>
    <dgm:pt modelId="{4DF708DF-B66B-C341-AD35-4A6DE72DA5C7}" type="pres">
      <dgm:prSet presAssocID="{248051B7-DE5A-40D8-8B0A-2050910007CA}" presName="thickLine" presStyleLbl="alignNode1" presStyleIdx="3" presStyleCnt="5"/>
      <dgm:spPr/>
    </dgm:pt>
    <dgm:pt modelId="{8136E1FF-9EF9-0740-997B-3C7187FA1F97}" type="pres">
      <dgm:prSet presAssocID="{248051B7-DE5A-40D8-8B0A-2050910007CA}" presName="horz1" presStyleCnt="0"/>
      <dgm:spPr/>
    </dgm:pt>
    <dgm:pt modelId="{2C941D25-FBC5-9741-9B97-5622CF3D316E}" type="pres">
      <dgm:prSet presAssocID="{248051B7-DE5A-40D8-8B0A-2050910007CA}" presName="tx1" presStyleLbl="revTx" presStyleIdx="3" presStyleCnt="5"/>
      <dgm:spPr/>
    </dgm:pt>
    <dgm:pt modelId="{6F408D57-6A3E-3F42-951D-AE301CD477CE}" type="pres">
      <dgm:prSet presAssocID="{248051B7-DE5A-40D8-8B0A-2050910007CA}" presName="vert1" presStyleCnt="0"/>
      <dgm:spPr/>
    </dgm:pt>
    <dgm:pt modelId="{8432E097-94F9-2547-B780-84AB8DB142B4}" type="pres">
      <dgm:prSet presAssocID="{8380C0F0-D8D7-4B31-8C9A-3ADA911E6942}" presName="thickLine" presStyleLbl="alignNode1" presStyleIdx="4" presStyleCnt="5"/>
      <dgm:spPr/>
    </dgm:pt>
    <dgm:pt modelId="{F831C327-6E1C-2941-B6D0-59B6B4323D00}" type="pres">
      <dgm:prSet presAssocID="{8380C0F0-D8D7-4B31-8C9A-3ADA911E6942}" presName="horz1" presStyleCnt="0"/>
      <dgm:spPr/>
    </dgm:pt>
    <dgm:pt modelId="{E568CC49-9D3F-2D4D-B600-F700C14509F2}" type="pres">
      <dgm:prSet presAssocID="{8380C0F0-D8D7-4B31-8C9A-3ADA911E6942}" presName="tx1" presStyleLbl="revTx" presStyleIdx="4" presStyleCnt="5"/>
      <dgm:spPr/>
    </dgm:pt>
    <dgm:pt modelId="{CF7B0489-B416-D04C-A0AA-D37A5FCFE508}" type="pres">
      <dgm:prSet presAssocID="{8380C0F0-D8D7-4B31-8C9A-3ADA911E6942}" presName="vert1" presStyleCnt="0"/>
      <dgm:spPr/>
    </dgm:pt>
  </dgm:ptLst>
  <dgm:cxnLst>
    <dgm:cxn modelId="{07A24935-301E-A743-8B1D-F47814C7B2DD}" type="presOf" srcId="{43DCEA23-FFEC-448D-857C-0887E5003A34}" destId="{98385CDA-1590-C149-84F0-E9749D2D5348}" srcOrd="0" destOrd="0" presId="urn:microsoft.com/office/officeart/2008/layout/LinedList"/>
    <dgm:cxn modelId="{DA6B724C-9651-F748-86B6-8B394656F4BA}" type="presOf" srcId="{248051B7-DE5A-40D8-8B0A-2050910007CA}" destId="{2C941D25-FBC5-9741-9B97-5622CF3D316E}" srcOrd="0" destOrd="0" presId="urn:microsoft.com/office/officeart/2008/layout/LinedList"/>
    <dgm:cxn modelId="{477ED54E-8934-4F78-A764-AF2DAC65027C}" srcId="{815A0CCB-7A94-4AB9-AEC5-1A69F67249C4}" destId="{43DCEA23-FFEC-448D-857C-0887E5003A34}" srcOrd="2" destOrd="0" parTransId="{31262C48-895F-49FB-8148-9DBF2D8FF010}" sibTransId="{0277FF93-84D6-44C3-9DCC-838A85AF20F4}"/>
    <dgm:cxn modelId="{705DC35E-98A8-4F55-BB03-944723F44387}" srcId="{815A0CCB-7A94-4AB9-AEC5-1A69F67249C4}" destId="{248051B7-DE5A-40D8-8B0A-2050910007CA}" srcOrd="3" destOrd="0" parTransId="{B7A146CB-9DB4-4683-AE3A-D4B32C9B9545}" sibTransId="{99F1D7D0-2966-4F17-8465-56693115DC22}"/>
    <dgm:cxn modelId="{9ABBB379-7503-4CCB-9954-B5BD2832A74F}" srcId="{815A0CCB-7A94-4AB9-AEC5-1A69F67249C4}" destId="{EEC6E0B6-2D07-42E9-82FD-9E0F46619654}" srcOrd="1" destOrd="0" parTransId="{DD698F8A-5C53-45BD-A8FC-F5F766DEE648}" sibTransId="{63A91FCE-1AA8-422B-9B27-B9F7EA58A7CF}"/>
    <dgm:cxn modelId="{5E830D7A-7E76-4FB8-ADAF-76FFE82C3DD8}" srcId="{815A0CCB-7A94-4AB9-AEC5-1A69F67249C4}" destId="{4D7D3581-271C-4F0F-94D8-FDB43EE099D9}" srcOrd="0" destOrd="0" parTransId="{B253E3EA-B670-48B9-9B99-63AD21E5BB50}" sibTransId="{FDCCD947-A69F-4849-AF94-762291BF7CD0}"/>
    <dgm:cxn modelId="{D2867D7D-0FB0-ED45-A9F5-4CF0C8314C9B}" type="presOf" srcId="{EEC6E0B6-2D07-42E9-82FD-9E0F46619654}" destId="{42A31A8C-845C-5F42-994A-1A3AA7872156}" srcOrd="0" destOrd="0" presId="urn:microsoft.com/office/officeart/2008/layout/LinedList"/>
    <dgm:cxn modelId="{6CFC0984-4D40-094B-BF01-89BC178DFF8E}" type="presOf" srcId="{8380C0F0-D8D7-4B31-8C9A-3ADA911E6942}" destId="{E568CC49-9D3F-2D4D-B600-F700C14509F2}" srcOrd="0" destOrd="0" presId="urn:microsoft.com/office/officeart/2008/layout/LinedList"/>
    <dgm:cxn modelId="{C88B8BB5-9BAB-8F43-BDA9-38FAD1DC6B11}" type="presOf" srcId="{815A0CCB-7A94-4AB9-AEC5-1A69F67249C4}" destId="{05ED89AC-6838-AD4D-A296-E8DDCBCD9CE5}" srcOrd="0" destOrd="0" presId="urn:microsoft.com/office/officeart/2008/layout/LinedList"/>
    <dgm:cxn modelId="{55F084B7-6738-7044-9F16-744A67996C14}" type="presOf" srcId="{4D7D3581-271C-4F0F-94D8-FDB43EE099D9}" destId="{4D6885D8-2AF2-0542-8003-0BB97ED62F9E}" srcOrd="0" destOrd="0" presId="urn:microsoft.com/office/officeart/2008/layout/LinedList"/>
    <dgm:cxn modelId="{2220C1CA-5014-4E13-A1EB-71819F3FD14D}" srcId="{815A0CCB-7A94-4AB9-AEC5-1A69F67249C4}" destId="{8380C0F0-D8D7-4B31-8C9A-3ADA911E6942}" srcOrd="4" destOrd="0" parTransId="{464EE153-4FF2-4CC3-BD94-69191A1C39BD}" sibTransId="{79FD9E4A-5613-4DCC-A53E-DEDBD32F04DF}"/>
    <dgm:cxn modelId="{8ED3E69B-A1A5-5447-A2C7-F906D7B380F0}" type="presParOf" srcId="{05ED89AC-6838-AD4D-A296-E8DDCBCD9CE5}" destId="{92F0EA98-4DF4-7644-A0BD-B2EA0CAE65D5}" srcOrd="0" destOrd="0" presId="urn:microsoft.com/office/officeart/2008/layout/LinedList"/>
    <dgm:cxn modelId="{D912C111-54BA-F04A-8791-1892812EA8C3}" type="presParOf" srcId="{05ED89AC-6838-AD4D-A296-E8DDCBCD9CE5}" destId="{ED016026-EF51-F841-ADC9-62D9DC1E474F}" srcOrd="1" destOrd="0" presId="urn:microsoft.com/office/officeart/2008/layout/LinedList"/>
    <dgm:cxn modelId="{71F6156F-DE7F-384A-B568-33BECFD4DBE1}" type="presParOf" srcId="{ED016026-EF51-F841-ADC9-62D9DC1E474F}" destId="{4D6885D8-2AF2-0542-8003-0BB97ED62F9E}" srcOrd="0" destOrd="0" presId="urn:microsoft.com/office/officeart/2008/layout/LinedList"/>
    <dgm:cxn modelId="{0E9A4929-21CC-D046-9E74-BAF19A4E6CF7}" type="presParOf" srcId="{ED016026-EF51-F841-ADC9-62D9DC1E474F}" destId="{9CDE71DE-B587-D342-AB08-56AC21671EBF}" srcOrd="1" destOrd="0" presId="urn:microsoft.com/office/officeart/2008/layout/LinedList"/>
    <dgm:cxn modelId="{75B41B6D-CDF4-2247-88A3-2ED814E9E68D}" type="presParOf" srcId="{05ED89AC-6838-AD4D-A296-E8DDCBCD9CE5}" destId="{42A8E1FB-F22D-DA48-BEE3-104443651261}" srcOrd="2" destOrd="0" presId="urn:microsoft.com/office/officeart/2008/layout/LinedList"/>
    <dgm:cxn modelId="{D4D931A4-0725-EA4C-8A3B-886B117712B2}" type="presParOf" srcId="{05ED89AC-6838-AD4D-A296-E8DDCBCD9CE5}" destId="{31C36658-35F4-E14E-9B6A-1FD550A78167}" srcOrd="3" destOrd="0" presId="urn:microsoft.com/office/officeart/2008/layout/LinedList"/>
    <dgm:cxn modelId="{C7641661-FFFE-234C-B1C2-B4D6E1FC32DA}" type="presParOf" srcId="{31C36658-35F4-E14E-9B6A-1FD550A78167}" destId="{42A31A8C-845C-5F42-994A-1A3AA7872156}" srcOrd="0" destOrd="0" presId="urn:microsoft.com/office/officeart/2008/layout/LinedList"/>
    <dgm:cxn modelId="{D0DA8CAB-64B4-AA45-8979-0E275EA9027C}" type="presParOf" srcId="{31C36658-35F4-E14E-9B6A-1FD550A78167}" destId="{BC7B3A7F-5361-FC4F-A8B6-9D5D956DF8FF}" srcOrd="1" destOrd="0" presId="urn:microsoft.com/office/officeart/2008/layout/LinedList"/>
    <dgm:cxn modelId="{1A4CD7F7-8810-D843-B311-BC36D570117E}" type="presParOf" srcId="{05ED89AC-6838-AD4D-A296-E8DDCBCD9CE5}" destId="{7325AE6D-5E5C-0140-8A2F-DD64AD95828A}" srcOrd="4" destOrd="0" presId="urn:microsoft.com/office/officeart/2008/layout/LinedList"/>
    <dgm:cxn modelId="{27C04AA7-9A3E-634E-BD82-9DC467B88C39}" type="presParOf" srcId="{05ED89AC-6838-AD4D-A296-E8DDCBCD9CE5}" destId="{0B3EDF4D-ED41-5D4B-A424-39F6459E86A2}" srcOrd="5" destOrd="0" presId="urn:microsoft.com/office/officeart/2008/layout/LinedList"/>
    <dgm:cxn modelId="{87F5142B-BA67-694D-9A88-EA4289D24842}" type="presParOf" srcId="{0B3EDF4D-ED41-5D4B-A424-39F6459E86A2}" destId="{98385CDA-1590-C149-84F0-E9749D2D5348}" srcOrd="0" destOrd="0" presId="urn:microsoft.com/office/officeart/2008/layout/LinedList"/>
    <dgm:cxn modelId="{6AE3C9B3-FD8C-F24C-846C-DB7B25969C8F}" type="presParOf" srcId="{0B3EDF4D-ED41-5D4B-A424-39F6459E86A2}" destId="{F84539CE-F64C-7F41-9133-D4BC5E9FE80A}" srcOrd="1" destOrd="0" presId="urn:microsoft.com/office/officeart/2008/layout/LinedList"/>
    <dgm:cxn modelId="{6FA8B3CC-BE04-A84D-91C1-F60BF4F1002F}" type="presParOf" srcId="{05ED89AC-6838-AD4D-A296-E8DDCBCD9CE5}" destId="{4DF708DF-B66B-C341-AD35-4A6DE72DA5C7}" srcOrd="6" destOrd="0" presId="urn:microsoft.com/office/officeart/2008/layout/LinedList"/>
    <dgm:cxn modelId="{2D34DC3F-74E7-C04B-9C60-FE72DEA11880}" type="presParOf" srcId="{05ED89AC-6838-AD4D-A296-E8DDCBCD9CE5}" destId="{8136E1FF-9EF9-0740-997B-3C7187FA1F97}" srcOrd="7" destOrd="0" presId="urn:microsoft.com/office/officeart/2008/layout/LinedList"/>
    <dgm:cxn modelId="{FC5651D7-994D-FD4F-B81A-694478AAEBA8}" type="presParOf" srcId="{8136E1FF-9EF9-0740-997B-3C7187FA1F97}" destId="{2C941D25-FBC5-9741-9B97-5622CF3D316E}" srcOrd="0" destOrd="0" presId="urn:microsoft.com/office/officeart/2008/layout/LinedList"/>
    <dgm:cxn modelId="{C0A53F4B-9B14-244F-AD2E-28FBEF30FA67}" type="presParOf" srcId="{8136E1FF-9EF9-0740-997B-3C7187FA1F97}" destId="{6F408D57-6A3E-3F42-951D-AE301CD477CE}" srcOrd="1" destOrd="0" presId="urn:microsoft.com/office/officeart/2008/layout/LinedList"/>
    <dgm:cxn modelId="{E11E90CC-7C34-7743-BD1A-B3CF3C1FEF40}" type="presParOf" srcId="{05ED89AC-6838-AD4D-A296-E8DDCBCD9CE5}" destId="{8432E097-94F9-2547-B780-84AB8DB142B4}" srcOrd="8" destOrd="0" presId="urn:microsoft.com/office/officeart/2008/layout/LinedList"/>
    <dgm:cxn modelId="{A427E8C7-C75F-3843-9F3B-89E4CEB0AF1E}" type="presParOf" srcId="{05ED89AC-6838-AD4D-A296-E8DDCBCD9CE5}" destId="{F831C327-6E1C-2941-B6D0-59B6B4323D00}" srcOrd="9" destOrd="0" presId="urn:microsoft.com/office/officeart/2008/layout/LinedList"/>
    <dgm:cxn modelId="{4E7D700A-F587-004A-8A24-367CFA5D0B9E}" type="presParOf" srcId="{F831C327-6E1C-2941-B6D0-59B6B4323D00}" destId="{E568CC49-9D3F-2D4D-B600-F700C14509F2}" srcOrd="0" destOrd="0" presId="urn:microsoft.com/office/officeart/2008/layout/LinedList"/>
    <dgm:cxn modelId="{C569E7EE-1E84-3345-922D-9B019F0A338E}" type="presParOf" srcId="{F831C327-6E1C-2941-B6D0-59B6B4323D00}" destId="{CF7B0489-B416-D04C-A0AA-D37A5FCFE5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C932B0F-BE11-432E-ACA5-F4056EAB2C8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DFCFF5-0A5E-4458-B97A-F3E306092B21}">
      <dgm:prSet/>
      <dgm:spPr/>
      <dgm:t>
        <a:bodyPr/>
        <a:lstStyle/>
        <a:p>
          <a:pPr>
            <a:defRPr cap="all"/>
          </a:pPr>
          <a:r>
            <a:rPr lang="en-US" dirty="0"/>
            <a:t> Python</a:t>
          </a:r>
        </a:p>
      </dgm:t>
    </dgm:pt>
    <dgm:pt modelId="{0C43FC86-E4A3-434F-ABED-D3B7762C404D}" type="parTrans" cxnId="{5FC90799-F665-455A-94F4-D849850EF8F0}">
      <dgm:prSet/>
      <dgm:spPr/>
      <dgm:t>
        <a:bodyPr/>
        <a:lstStyle/>
        <a:p>
          <a:endParaRPr lang="en-US"/>
        </a:p>
      </dgm:t>
    </dgm:pt>
    <dgm:pt modelId="{D14D2915-55E6-4B0B-9C79-CF3A6D024E79}" type="sibTrans" cxnId="{5FC90799-F665-455A-94F4-D849850EF8F0}">
      <dgm:prSet/>
      <dgm:spPr/>
      <dgm:t>
        <a:bodyPr/>
        <a:lstStyle/>
        <a:p>
          <a:endParaRPr lang="en-US"/>
        </a:p>
      </dgm:t>
    </dgm:pt>
    <dgm:pt modelId="{4F05586A-122F-4061-9884-6B9DDF889E51}">
      <dgm:prSet/>
      <dgm:spPr/>
      <dgm:t>
        <a:bodyPr/>
        <a:lstStyle/>
        <a:p>
          <a:pPr>
            <a:defRPr cap="all"/>
          </a:pPr>
          <a:r>
            <a:rPr lang="en-US" dirty="0"/>
            <a:t> Pandas, NumPy, Scikit‑learn</a:t>
          </a:r>
        </a:p>
      </dgm:t>
    </dgm:pt>
    <dgm:pt modelId="{7D2CD718-ADFA-4AD8-BC12-EABE74E956E4}" type="parTrans" cxnId="{C8F1806C-5B0D-4018-AEB7-EE24D9D1C9DA}">
      <dgm:prSet/>
      <dgm:spPr/>
      <dgm:t>
        <a:bodyPr/>
        <a:lstStyle/>
        <a:p>
          <a:endParaRPr lang="en-US"/>
        </a:p>
      </dgm:t>
    </dgm:pt>
    <dgm:pt modelId="{2838E041-5CF5-427A-A33D-40259F1271CA}" type="sibTrans" cxnId="{C8F1806C-5B0D-4018-AEB7-EE24D9D1C9DA}">
      <dgm:prSet/>
      <dgm:spPr/>
      <dgm:t>
        <a:bodyPr/>
        <a:lstStyle/>
        <a:p>
          <a:endParaRPr lang="en-US"/>
        </a:p>
      </dgm:t>
    </dgm:pt>
    <dgm:pt modelId="{F3CAF4B8-BA31-4997-BE3F-661A612F9A99}">
      <dgm:prSet/>
      <dgm:spPr/>
      <dgm:t>
        <a:bodyPr/>
        <a:lstStyle/>
        <a:p>
          <a:pPr>
            <a:defRPr cap="all"/>
          </a:pPr>
          <a:r>
            <a:rPr lang="en-US" dirty="0"/>
            <a:t>Matplotlib &amp; Seaborn</a:t>
          </a:r>
        </a:p>
      </dgm:t>
    </dgm:pt>
    <dgm:pt modelId="{A678F252-5CBD-4AFE-BD6A-BD754D6A9BC0}" type="parTrans" cxnId="{43C7BD92-9388-4479-981E-5F0911A91564}">
      <dgm:prSet/>
      <dgm:spPr/>
      <dgm:t>
        <a:bodyPr/>
        <a:lstStyle/>
        <a:p>
          <a:endParaRPr lang="en-US"/>
        </a:p>
      </dgm:t>
    </dgm:pt>
    <dgm:pt modelId="{AE0B3194-952B-438F-BFF7-D887634C07EE}" type="sibTrans" cxnId="{43C7BD92-9388-4479-981E-5F0911A91564}">
      <dgm:prSet/>
      <dgm:spPr/>
      <dgm:t>
        <a:bodyPr/>
        <a:lstStyle/>
        <a:p>
          <a:endParaRPr lang="en-US"/>
        </a:p>
      </dgm:t>
    </dgm:pt>
    <dgm:pt modelId="{3C67D335-218A-4D46-A1B0-590ACE969585}">
      <dgm:prSet/>
      <dgm:spPr/>
      <dgm:t>
        <a:bodyPr/>
        <a:lstStyle/>
        <a:p>
          <a:pPr>
            <a:defRPr cap="all"/>
          </a:pPr>
          <a:r>
            <a:rPr lang="en-US" dirty="0"/>
            <a:t>SHAP for explainability</a:t>
          </a:r>
        </a:p>
      </dgm:t>
    </dgm:pt>
    <dgm:pt modelId="{7CDCC2F7-57E2-4140-A5CB-9DC79BDAAEF5}" type="parTrans" cxnId="{412A56F7-FA58-4AB4-8560-687D28D05F77}">
      <dgm:prSet/>
      <dgm:spPr/>
      <dgm:t>
        <a:bodyPr/>
        <a:lstStyle/>
        <a:p>
          <a:endParaRPr lang="en-US"/>
        </a:p>
      </dgm:t>
    </dgm:pt>
    <dgm:pt modelId="{1D1FD361-E49E-4FE7-A063-8F9B139A1A17}" type="sibTrans" cxnId="{412A56F7-FA58-4AB4-8560-687D28D05F77}">
      <dgm:prSet/>
      <dgm:spPr/>
      <dgm:t>
        <a:bodyPr/>
        <a:lstStyle/>
        <a:p>
          <a:endParaRPr lang="en-US"/>
        </a:p>
      </dgm:t>
    </dgm:pt>
    <dgm:pt modelId="{2C96D74E-43F0-40D8-9FCB-57445C9615CB}">
      <dgm:prSet/>
      <dgm:spPr/>
      <dgm:t>
        <a:bodyPr/>
        <a:lstStyle/>
        <a:p>
          <a:pPr>
            <a:defRPr cap="all"/>
          </a:pPr>
          <a:r>
            <a:rPr lang="en-US" dirty="0"/>
            <a:t>Jira for project management</a:t>
          </a:r>
        </a:p>
      </dgm:t>
    </dgm:pt>
    <dgm:pt modelId="{9B9BCF1B-19AF-4EAD-ABAB-06050B22305F}" type="parTrans" cxnId="{60B4D27C-8DAA-41C7-99EC-A6EA2344D92B}">
      <dgm:prSet/>
      <dgm:spPr/>
      <dgm:t>
        <a:bodyPr/>
        <a:lstStyle/>
        <a:p>
          <a:endParaRPr lang="en-US"/>
        </a:p>
      </dgm:t>
    </dgm:pt>
    <dgm:pt modelId="{8333360C-DDC7-46FB-B3BF-283B81D3AB8D}" type="sibTrans" cxnId="{60B4D27C-8DAA-41C7-99EC-A6EA2344D92B}">
      <dgm:prSet/>
      <dgm:spPr/>
      <dgm:t>
        <a:bodyPr/>
        <a:lstStyle/>
        <a:p>
          <a:endParaRPr lang="en-US"/>
        </a:p>
      </dgm:t>
    </dgm:pt>
    <dgm:pt modelId="{72B1EA9E-825E-4C08-9226-3C4E98809B19}">
      <dgm:prSet/>
      <dgm:spPr/>
      <dgm:t>
        <a:bodyPr/>
        <a:lstStyle/>
        <a:p>
          <a:pPr>
            <a:defRPr cap="all"/>
          </a:pPr>
          <a:r>
            <a:rPr lang="en-US" dirty="0"/>
            <a:t> GitHub for version control</a:t>
          </a:r>
        </a:p>
      </dgm:t>
    </dgm:pt>
    <dgm:pt modelId="{BD2B5577-DE8B-4EAF-928E-FA68372DEF5D}" type="parTrans" cxnId="{FF74FB52-C2B0-4CAB-8782-2E6580668A83}">
      <dgm:prSet/>
      <dgm:spPr/>
      <dgm:t>
        <a:bodyPr/>
        <a:lstStyle/>
        <a:p>
          <a:endParaRPr lang="en-US"/>
        </a:p>
      </dgm:t>
    </dgm:pt>
    <dgm:pt modelId="{B4EA3F3C-FFF9-4B4C-8254-33601AA85F06}" type="sibTrans" cxnId="{FF74FB52-C2B0-4CAB-8782-2E6580668A83}">
      <dgm:prSet/>
      <dgm:spPr/>
      <dgm:t>
        <a:bodyPr/>
        <a:lstStyle/>
        <a:p>
          <a:endParaRPr lang="en-US"/>
        </a:p>
      </dgm:t>
    </dgm:pt>
    <dgm:pt modelId="{B4F0AF54-5779-4E26-A172-ECD73C5CD09D}" type="pres">
      <dgm:prSet presAssocID="{CC932B0F-BE11-432E-ACA5-F4056EAB2C88}" presName="root" presStyleCnt="0">
        <dgm:presLayoutVars>
          <dgm:dir/>
          <dgm:resizeHandles val="exact"/>
        </dgm:presLayoutVars>
      </dgm:prSet>
      <dgm:spPr/>
    </dgm:pt>
    <dgm:pt modelId="{CB006545-EF01-4132-90E2-F737BCBFD375}" type="pres">
      <dgm:prSet presAssocID="{76DFCFF5-0A5E-4458-B97A-F3E306092B21}" presName="compNode" presStyleCnt="0"/>
      <dgm:spPr/>
    </dgm:pt>
    <dgm:pt modelId="{FC24D04A-690E-446A-B2D0-EBC9A1326AC1}" type="pres">
      <dgm:prSet presAssocID="{76DFCFF5-0A5E-4458-B97A-F3E306092B21}" presName="iconBgRect" presStyleLbl="bgShp" presStyleIdx="0" presStyleCnt="6"/>
      <dgm:spPr/>
    </dgm:pt>
    <dgm:pt modelId="{85C9F80F-91A0-4115-B6A2-9E82275F8EAE}" type="pres">
      <dgm:prSet presAssocID="{76DFCFF5-0A5E-4458-B97A-F3E306092B2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9635DE1-AFB5-4977-B8AD-7780842DF5BB}" type="pres">
      <dgm:prSet presAssocID="{76DFCFF5-0A5E-4458-B97A-F3E306092B21}" presName="spaceRect" presStyleCnt="0"/>
      <dgm:spPr/>
    </dgm:pt>
    <dgm:pt modelId="{0F58CE8D-8352-497E-89D9-5C313CC78A01}" type="pres">
      <dgm:prSet presAssocID="{76DFCFF5-0A5E-4458-B97A-F3E306092B21}" presName="textRect" presStyleLbl="revTx" presStyleIdx="0" presStyleCnt="6">
        <dgm:presLayoutVars>
          <dgm:chMax val="1"/>
          <dgm:chPref val="1"/>
        </dgm:presLayoutVars>
      </dgm:prSet>
      <dgm:spPr/>
    </dgm:pt>
    <dgm:pt modelId="{1BD8B4DC-D6AE-4290-81CC-3A70A2492BA2}" type="pres">
      <dgm:prSet presAssocID="{D14D2915-55E6-4B0B-9C79-CF3A6D024E79}" presName="sibTrans" presStyleCnt="0"/>
      <dgm:spPr/>
    </dgm:pt>
    <dgm:pt modelId="{F0BAF636-CD5F-4B59-9333-E6443FCB5944}" type="pres">
      <dgm:prSet presAssocID="{4F05586A-122F-4061-9884-6B9DDF889E51}" presName="compNode" presStyleCnt="0"/>
      <dgm:spPr/>
    </dgm:pt>
    <dgm:pt modelId="{1DED943C-1620-4BA8-A89C-ECF1208FEA53}" type="pres">
      <dgm:prSet presAssocID="{4F05586A-122F-4061-9884-6B9DDF889E51}" presName="iconBgRect" presStyleLbl="bgShp" presStyleIdx="1" presStyleCnt="6"/>
      <dgm:spPr/>
    </dgm:pt>
    <dgm:pt modelId="{CE7DA4B5-26A7-462A-AAB4-450AA5EF13E2}" type="pres">
      <dgm:prSet presAssocID="{4F05586A-122F-4061-9884-6B9DDF889E5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09B7CFCE-8847-46ED-A25D-032B473BAB49}" type="pres">
      <dgm:prSet presAssocID="{4F05586A-122F-4061-9884-6B9DDF889E51}" presName="spaceRect" presStyleCnt="0"/>
      <dgm:spPr/>
    </dgm:pt>
    <dgm:pt modelId="{111210CD-1441-4550-9E34-1D2F2AF6E87E}" type="pres">
      <dgm:prSet presAssocID="{4F05586A-122F-4061-9884-6B9DDF889E51}" presName="textRect" presStyleLbl="revTx" presStyleIdx="1" presStyleCnt="6">
        <dgm:presLayoutVars>
          <dgm:chMax val="1"/>
          <dgm:chPref val="1"/>
        </dgm:presLayoutVars>
      </dgm:prSet>
      <dgm:spPr/>
    </dgm:pt>
    <dgm:pt modelId="{CA97FE1B-168B-42E6-8825-E4D53D39B099}" type="pres">
      <dgm:prSet presAssocID="{2838E041-5CF5-427A-A33D-40259F1271CA}" presName="sibTrans" presStyleCnt="0"/>
      <dgm:spPr/>
    </dgm:pt>
    <dgm:pt modelId="{6270125F-9A61-4663-8E8C-F7C0809EAEA1}" type="pres">
      <dgm:prSet presAssocID="{F3CAF4B8-BA31-4997-BE3F-661A612F9A99}" presName="compNode" presStyleCnt="0"/>
      <dgm:spPr/>
    </dgm:pt>
    <dgm:pt modelId="{D23B3D1D-6DF8-4B5F-8710-1F14AAA78BC8}" type="pres">
      <dgm:prSet presAssocID="{F3CAF4B8-BA31-4997-BE3F-661A612F9A99}" presName="iconBgRect" presStyleLbl="bgShp" presStyleIdx="2" presStyleCnt="6"/>
      <dgm:spPr/>
    </dgm:pt>
    <dgm:pt modelId="{3950927A-A9B1-47D0-A207-21DEDC63A509}" type="pres">
      <dgm:prSet presAssocID="{F3CAF4B8-BA31-4997-BE3F-661A612F9A9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073FFA2-6D0E-4E6C-89CC-226F302D08D3}" type="pres">
      <dgm:prSet presAssocID="{F3CAF4B8-BA31-4997-BE3F-661A612F9A99}" presName="spaceRect" presStyleCnt="0"/>
      <dgm:spPr/>
    </dgm:pt>
    <dgm:pt modelId="{FD8C052C-8443-4F47-9A9E-12CD833D3155}" type="pres">
      <dgm:prSet presAssocID="{F3CAF4B8-BA31-4997-BE3F-661A612F9A99}" presName="textRect" presStyleLbl="revTx" presStyleIdx="2" presStyleCnt="6">
        <dgm:presLayoutVars>
          <dgm:chMax val="1"/>
          <dgm:chPref val="1"/>
        </dgm:presLayoutVars>
      </dgm:prSet>
      <dgm:spPr/>
    </dgm:pt>
    <dgm:pt modelId="{DCFB9CD6-6643-4CD2-ACEF-29C35F1B691F}" type="pres">
      <dgm:prSet presAssocID="{AE0B3194-952B-438F-BFF7-D887634C07EE}" presName="sibTrans" presStyleCnt="0"/>
      <dgm:spPr/>
    </dgm:pt>
    <dgm:pt modelId="{9D657031-E641-4087-ACF7-4ABAD017822C}" type="pres">
      <dgm:prSet presAssocID="{3C67D335-218A-4D46-A1B0-590ACE969585}" presName="compNode" presStyleCnt="0"/>
      <dgm:spPr/>
    </dgm:pt>
    <dgm:pt modelId="{4DFCD203-5E83-4966-AF59-168FE255C1CC}" type="pres">
      <dgm:prSet presAssocID="{3C67D335-218A-4D46-A1B0-590ACE969585}" presName="iconBgRect" presStyleLbl="bgShp" presStyleIdx="3" presStyleCnt="6"/>
      <dgm:spPr/>
    </dgm:pt>
    <dgm:pt modelId="{2C27153D-85FA-44AD-9721-27C8F1FD5AB9}" type="pres">
      <dgm:prSet presAssocID="{3C67D335-218A-4D46-A1B0-590ACE96958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2A94C14E-F78E-49C1-9F3B-829B148F46C2}" type="pres">
      <dgm:prSet presAssocID="{3C67D335-218A-4D46-A1B0-590ACE969585}" presName="spaceRect" presStyleCnt="0"/>
      <dgm:spPr/>
    </dgm:pt>
    <dgm:pt modelId="{56021338-29E5-46DC-915F-CAE7C163DEAE}" type="pres">
      <dgm:prSet presAssocID="{3C67D335-218A-4D46-A1B0-590ACE969585}" presName="textRect" presStyleLbl="revTx" presStyleIdx="3" presStyleCnt="6">
        <dgm:presLayoutVars>
          <dgm:chMax val="1"/>
          <dgm:chPref val="1"/>
        </dgm:presLayoutVars>
      </dgm:prSet>
      <dgm:spPr/>
    </dgm:pt>
    <dgm:pt modelId="{2E2855D5-F910-4522-BBE1-BD560729822A}" type="pres">
      <dgm:prSet presAssocID="{1D1FD361-E49E-4FE7-A063-8F9B139A1A17}" presName="sibTrans" presStyleCnt="0"/>
      <dgm:spPr/>
    </dgm:pt>
    <dgm:pt modelId="{A37EC356-A14C-4DEB-BB33-FF86910E4C29}" type="pres">
      <dgm:prSet presAssocID="{2C96D74E-43F0-40D8-9FCB-57445C9615CB}" presName="compNode" presStyleCnt="0"/>
      <dgm:spPr/>
    </dgm:pt>
    <dgm:pt modelId="{AD3854CF-6DDA-4136-B71B-7BFFCFBF7A35}" type="pres">
      <dgm:prSet presAssocID="{2C96D74E-43F0-40D8-9FCB-57445C9615CB}" presName="iconBgRect" presStyleLbl="bgShp" presStyleIdx="4" presStyleCnt="6"/>
      <dgm:spPr/>
    </dgm:pt>
    <dgm:pt modelId="{2B820E87-D63B-48C2-981A-B45B65B26766}" type="pres">
      <dgm:prSet presAssocID="{2C96D74E-43F0-40D8-9FCB-57445C9615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BEB5BDF-3C07-43FC-ABC2-2547EB736809}" type="pres">
      <dgm:prSet presAssocID="{2C96D74E-43F0-40D8-9FCB-57445C9615CB}" presName="spaceRect" presStyleCnt="0"/>
      <dgm:spPr/>
    </dgm:pt>
    <dgm:pt modelId="{F3367BCD-A361-4A12-B54F-0BA8C31E5D1B}" type="pres">
      <dgm:prSet presAssocID="{2C96D74E-43F0-40D8-9FCB-57445C9615CB}" presName="textRect" presStyleLbl="revTx" presStyleIdx="4" presStyleCnt="6">
        <dgm:presLayoutVars>
          <dgm:chMax val="1"/>
          <dgm:chPref val="1"/>
        </dgm:presLayoutVars>
      </dgm:prSet>
      <dgm:spPr/>
    </dgm:pt>
    <dgm:pt modelId="{E0D185F0-057F-44AE-BF4B-871BA8B91138}" type="pres">
      <dgm:prSet presAssocID="{8333360C-DDC7-46FB-B3BF-283B81D3AB8D}" presName="sibTrans" presStyleCnt="0"/>
      <dgm:spPr/>
    </dgm:pt>
    <dgm:pt modelId="{4DCAD623-F456-44FD-9024-FFD626D9279E}" type="pres">
      <dgm:prSet presAssocID="{72B1EA9E-825E-4C08-9226-3C4E98809B19}" presName="compNode" presStyleCnt="0"/>
      <dgm:spPr/>
    </dgm:pt>
    <dgm:pt modelId="{EF85FD1A-7B49-4188-BFFB-B1B4B2492859}" type="pres">
      <dgm:prSet presAssocID="{72B1EA9E-825E-4C08-9226-3C4E98809B19}" presName="iconBgRect" presStyleLbl="bgShp" presStyleIdx="5" presStyleCnt="6"/>
      <dgm:spPr/>
    </dgm:pt>
    <dgm:pt modelId="{CC604F88-B570-4318-97C6-F90118E8FBDF}" type="pres">
      <dgm:prSet presAssocID="{72B1EA9E-825E-4C08-9226-3C4E98809B1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2BE57F7C-95DB-4C86-82E9-82627ACC76A0}" type="pres">
      <dgm:prSet presAssocID="{72B1EA9E-825E-4C08-9226-3C4E98809B19}" presName="spaceRect" presStyleCnt="0"/>
      <dgm:spPr/>
    </dgm:pt>
    <dgm:pt modelId="{D6CE88B0-301F-4ED6-AAA3-19A84C8E2A01}" type="pres">
      <dgm:prSet presAssocID="{72B1EA9E-825E-4C08-9226-3C4E98809B1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72DF914-F0C9-4270-B13F-F3A6713A6145}" type="presOf" srcId="{4F05586A-122F-4061-9884-6B9DDF889E51}" destId="{111210CD-1441-4550-9E34-1D2F2AF6E87E}" srcOrd="0" destOrd="0" presId="urn:microsoft.com/office/officeart/2018/5/layout/IconCircleLabelList"/>
    <dgm:cxn modelId="{FF74FB52-C2B0-4CAB-8782-2E6580668A83}" srcId="{CC932B0F-BE11-432E-ACA5-F4056EAB2C88}" destId="{72B1EA9E-825E-4C08-9226-3C4E98809B19}" srcOrd="5" destOrd="0" parTransId="{BD2B5577-DE8B-4EAF-928E-FA68372DEF5D}" sibTransId="{B4EA3F3C-FFF9-4B4C-8254-33601AA85F06}"/>
    <dgm:cxn modelId="{17064960-762E-45E5-83B9-90A16BCF93E7}" type="presOf" srcId="{3C67D335-218A-4D46-A1B0-590ACE969585}" destId="{56021338-29E5-46DC-915F-CAE7C163DEAE}" srcOrd="0" destOrd="0" presId="urn:microsoft.com/office/officeart/2018/5/layout/IconCircleLabelList"/>
    <dgm:cxn modelId="{C8F1806C-5B0D-4018-AEB7-EE24D9D1C9DA}" srcId="{CC932B0F-BE11-432E-ACA5-F4056EAB2C88}" destId="{4F05586A-122F-4061-9884-6B9DDF889E51}" srcOrd="1" destOrd="0" parTransId="{7D2CD718-ADFA-4AD8-BC12-EABE74E956E4}" sibTransId="{2838E041-5CF5-427A-A33D-40259F1271CA}"/>
    <dgm:cxn modelId="{5859BD75-17EC-4300-8E9E-CCCAF1F63D5F}" type="presOf" srcId="{2C96D74E-43F0-40D8-9FCB-57445C9615CB}" destId="{F3367BCD-A361-4A12-B54F-0BA8C31E5D1B}" srcOrd="0" destOrd="0" presId="urn:microsoft.com/office/officeart/2018/5/layout/IconCircleLabelList"/>
    <dgm:cxn modelId="{60B4D27C-8DAA-41C7-99EC-A6EA2344D92B}" srcId="{CC932B0F-BE11-432E-ACA5-F4056EAB2C88}" destId="{2C96D74E-43F0-40D8-9FCB-57445C9615CB}" srcOrd="4" destOrd="0" parTransId="{9B9BCF1B-19AF-4EAD-ABAB-06050B22305F}" sibTransId="{8333360C-DDC7-46FB-B3BF-283B81D3AB8D}"/>
    <dgm:cxn modelId="{672FC48C-77DD-4DC9-9DA8-1995CC81A175}" type="presOf" srcId="{F3CAF4B8-BA31-4997-BE3F-661A612F9A99}" destId="{FD8C052C-8443-4F47-9A9E-12CD833D3155}" srcOrd="0" destOrd="0" presId="urn:microsoft.com/office/officeart/2018/5/layout/IconCircleLabelList"/>
    <dgm:cxn modelId="{A4831C92-5213-4B52-9849-B06B6A46727F}" type="presOf" srcId="{CC932B0F-BE11-432E-ACA5-F4056EAB2C88}" destId="{B4F0AF54-5779-4E26-A172-ECD73C5CD09D}" srcOrd="0" destOrd="0" presId="urn:microsoft.com/office/officeart/2018/5/layout/IconCircleLabelList"/>
    <dgm:cxn modelId="{43C7BD92-9388-4479-981E-5F0911A91564}" srcId="{CC932B0F-BE11-432E-ACA5-F4056EAB2C88}" destId="{F3CAF4B8-BA31-4997-BE3F-661A612F9A99}" srcOrd="2" destOrd="0" parTransId="{A678F252-5CBD-4AFE-BD6A-BD754D6A9BC0}" sibTransId="{AE0B3194-952B-438F-BFF7-D887634C07EE}"/>
    <dgm:cxn modelId="{5FC90799-F665-455A-94F4-D849850EF8F0}" srcId="{CC932B0F-BE11-432E-ACA5-F4056EAB2C88}" destId="{76DFCFF5-0A5E-4458-B97A-F3E306092B21}" srcOrd="0" destOrd="0" parTransId="{0C43FC86-E4A3-434F-ABED-D3B7762C404D}" sibTransId="{D14D2915-55E6-4B0B-9C79-CF3A6D024E79}"/>
    <dgm:cxn modelId="{412A56F7-FA58-4AB4-8560-687D28D05F77}" srcId="{CC932B0F-BE11-432E-ACA5-F4056EAB2C88}" destId="{3C67D335-218A-4D46-A1B0-590ACE969585}" srcOrd="3" destOrd="0" parTransId="{7CDCC2F7-57E2-4140-A5CB-9DC79BDAAEF5}" sibTransId="{1D1FD361-E49E-4FE7-A063-8F9B139A1A17}"/>
    <dgm:cxn modelId="{9D06B0FD-2B42-43AB-985A-AF5F84CD522C}" type="presOf" srcId="{76DFCFF5-0A5E-4458-B97A-F3E306092B21}" destId="{0F58CE8D-8352-497E-89D9-5C313CC78A01}" srcOrd="0" destOrd="0" presId="urn:microsoft.com/office/officeart/2018/5/layout/IconCircleLabelList"/>
    <dgm:cxn modelId="{4B2765FE-3CD2-40DB-AC55-AE58F24D4BC2}" type="presOf" srcId="{72B1EA9E-825E-4C08-9226-3C4E98809B19}" destId="{D6CE88B0-301F-4ED6-AAA3-19A84C8E2A01}" srcOrd="0" destOrd="0" presId="urn:microsoft.com/office/officeart/2018/5/layout/IconCircleLabelList"/>
    <dgm:cxn modelId="{CB75ED2B-02C7-4B81-AFA2-37800460FE5B}" type="presParOf" srcId="{B4F0AF54-5779-4E26-A172-ECD73C5CD09D}" destId="{CB006545-EF01-4132-90E2-F737BCBFD375}" srcOrd="0" destOrd="0" presId="urn:microsoft.com/office/officeart/2018/5/layout/IconCircleLabelList"/>
    <dgm:cxn modelId="{21D97A27-4464-4AC1-86C4-11835ADCC92E}" type="presParOf" srcId="{CB006545-EF01-4132-90E2-F737BCBFD375}" destId="{FC24D04A-690E-446A-B2D0-EBC9A1326AC1}" srcOrd="0" destOrd="0" presId="urn:microsoft.com/office/officeart/2018/5/layout/IconCircleLabelList"/>
    <dgm:cxn modelId="{E88CA435-23C4-4A6E-8139-5CF1ADB9A699}" type="presParOf" srcId="{CB006545-EF01-4132-90E2-F737BCBFD375}" destId="{85C9F80F-91A0-4115-B6A2-9E82275F8EAE}" srcOrd="1" destOrd="0" presId="urn:microsoft.com/office/officeart/2018/5/layout/IconCircleLabelList"/>
    <dgm:cxn modelId="{E85A3DA1-4E3D-4F18-8A30-4E641FC1C986}" type="presParOf" srcId="{CB006545-EF01-4132-90E2-F737BCBFD375}" destId="{09635DE1-AFB5-4977-B8AD-7780842DF5BB}" srcOrd="2" destOrd="0" presId="urn:microsoft.com/office/officeart/2018/5/layout/IconCircleLabelList"/>
    <dgm:cxn modelId="{65993A0D-0286-41ED-BFE4-6A0AB158EBAC}" type="presParOf" srcId="{CB006545-EF01-4132-90E2-F737BCBFD375}" destId="{0F58CE8D-8352-497E-89D9-5C313CC78A01}" srcOrd="3" destOrd="0" presId="urn:microsoft.com/office/officeart/2018/5/layout/IconCircleLabelList"/>
    <dgm:cxn modelId="{6DB15400-FFF2-460D-9153-FB2CC1E01512}" type="presParOf" srcId="{B4F0AF54-5779-4E26-A172-ECD73C5CD09D}" destId="{1BD8B4DC-D6AE-4290-81CC-3A70A2492BA2}" srcOrd="1" destOrd="0" presId="urn:microsoft.com/office/officeart/2018/5/layout/IconCircleLabelList"/>
    <dgm:cxn modelId="{74774F80-B1F3-4131-95B5-400B6CE70196}" type="presParOf" srcId="{B4F0AF54-5779-4E26-A172-ECD73C5CD09D}" destId="{F0BAF636-CD5F-4B59-9333-E6443FCB5944}" srcOrd="2" destOrd="0" presId="urn:microsoft.com/office/officeart/2018/5/layout/IconCircleLabelList"/>
    <dgm:cxn modelId="{5DCBA62F-4974-4B05-A725-61DD0EAF23D0}" type="presParOf" srcId="{F0BAF636-CD5F-4B59-9333-E6443FCB5944}" destId="{1DED943C-1620-4BA8-A89C-ECF1208FEA53}" srcOrd="0" destOrd="0" presId="urn:microsoft.com/office/officeart/2018/5/layout/IconCircleLabelList"/>
    <dgm:cxn modelId="{58341667-109F-42C6-9665-A1E913C8FD3E}" type="presParOf" srcId="{F0BAF636-CD5F-4B59-9333-E6443FCB5944}" destId="{CE7DA4B5-26A7-462A-AAB4-450AA5EF13E2}" srcOrd="1" destOrd="0" presId="urn:microsoft.com/office/officeart/2018/5/layout/IconCircleLabelList"/>
    <dgm:cxn modelId="{ECA991A2-1AEB-4F60-910F-B13AF2A685AA}" type="presParOf" srcId="{F0BAF636-CD5F-4B59-9333-E6443FCB5944}" destId="{09B7CFCE-8847-46ED-A25D-032B473BAB49}" srcOrd="2" destOrd="0" presId="urn:microsoft.com/office/officeart/2018/5/layout/IconCircleLabelList"/>
    <dgm:cxn modelId="{BCD58E22-D04A-4976-88DE-AE560F2DB907}" type="presParOf" srcId="{F0BAF636-CD5F-4B59-9333-E6443FCB5944}" destId="{111210CD-1441-4550-9E34-1D2F2AF6E87E}" srcOrd="3" destOrd="0" presId="urn:microsoft.com/office/officeart/2018/5/layout/IconCircleLabelList"/>
    <dgm:cxn modelId="{8E479B53-DC68-4E04-B329-0706876E48A4}" type="presParOf" srcId="{B4F0AF54-5779-4E26-A172-ECD73C5CD09D}" destId="{CA97FE1B-168B-42E6-8825-E4D53D39B099}" srcOrd="3" destOrd="0" presId="urn:microsoft.com/office/officeart/2018/5/layout/IconCircleLabelList"/>
    <dgm:cxn modelId="{97801065-C4A7-4CA2-B095-32DE4F58EC78}" type="presParOf" srcId="{B4F0AF54-5779-4E26-A172-ECD73C5CD09D}" destId="{6270125F-9A61-4663-8E8C-F7C0809EAEA1}" srcOrd="4" destOrd="0" presId="urn:microsoft.com/office/officeart/2018/5/layout/IconCircleLabelList"/>
    <dgm:cxn modelId="{534AACBD-122D-4261-AEF7-9ACDD925A1BE}" type="presParOf" srcId="{6270125F-9A61-4663-8E8C-F7C0809EAEA1}" destId="{D23B3D1D-6DF8-4B5F-8710-1F14AAA78BC8}" srcOrd="0" destOrd="0" presId="urn:microsoft.com/office/officeart/2018/5/layout/IconCircleLabelList"/>
    <dgm:cxn modelId="{E0CF7ADF-A878-4007-84C8-3A6EE1F58CCA}" type="presParOf" srcId="{6270125F-9A61-4663-8E8C-F7C0809EAEA1}" destId="{3950927A-A9B1-47D0-A207-21DEDC63A509}" srcOrd="1" destOrd="0" presId="urn:microsoft.com/office/officeart/2018/5/layout/IconCircleLabelList"/>
    <dgm:cxn modelId="{142C0C7B-79BD-4120-A99D-5EB6DDBB9E01}" type="presParOf" srcId="{6270125F-9A61-4663-8E8C-F7C0809EAEA1}" destId="{8073FFA2-6D0E-4E6C-89CC-226F302D08D3}" srcOrd="2" destOrd="0" presId="urn:microsoft.com/office/officeart/2018/5/layout/IconCircleLabelList"/>
    <dgm:cxn modelId="{AB25A0D8-1140-40C0-8BB5-2A5E28D6D62B}" type="presParOf" srcId="{6270125F-9A61-4663-8E8C-F7C0809EAEA1}" destId="{FD8C052C-8443-4F47-9A9E-12CD833D3155}" srcOrd="3" destOrd="0" presId="urn:microsoft.com/office/officeart/2018/5/layout/IconCircleLabelList"/>
    <dgm:cxn modelId="{E90B36EF-16D6-4214-97F4-E8D2A64B16D1}" type="presParOf" srcId="{B4F0AF54-5779-4E26-A172-ECD73C5CD09D}" destId="{DCFB9CD6-6643-4CD2-ACEF-29C35F1B691F}" srcOrd="5" destOrd="0" presId="urn:microsoft.com/office/officeart/2018/5/layout/IconCircleLabelList"/>
    <dgm:cxn modelId="{2A30E4F2-4129-45F9-BC87-9B2087691293}" type="presParOf" srcId="{B4F0AF54-5779-4E26-A172-ECD73C5CD09D}" destId="{9D657031-E641-4087-ACF7-4ABAD017822C}" srcOrd="6" destOrd="0" presId="urn:microsoft.com/office/officeart/2018/5/layout/IconCircleLabelList"/>
    <dgm:cxn modelId="{E9F7BAEB-A2A7-4D58-AB4B-C7EBC699A234}" type="presParOf" srcId="{9D657031-E641-4087-ACF7-4ABAD017822C}" destId="{4DFCD203-5E83-4966-AF59-168FE255C1CC}" srcOrd="0" destOrd="0" presId="urn:microsoft.com/office/officeart/2018/5/layout/IconCircleLabelList"/>
    <dgm:cxn modelId="{BEEE15E9-A54F-45A5-8803-F11275F44C80}" type="presParOf" srcId="{9D657031-E641-4087-ACF7-4ABAD017822C}" destId="{2C27153D-85FA-44AD-9721-27C8F1FD5AB9}" srcOrd="1" destOrd="0" presId="urn:microsoft.com/office/officeart/2018/5/layout/IconCircleLabelList"/>
    <dgm:cxn modelId="{C42CF039-DEF6-4D99-BE36-FF1668B971B2}" type="presParOf" srcId="{9D657031-E641-4087-ACF7-4ABAD017822C}" destId="{2A94C14E-F78E-49C1-9F3B-829B148F46C2}" srcOrd="2" destOrd="0" presId="urn:microsoft.com/office/officeart/2018/5/layout/IconCircleLabelList"/>
    <dgm:cxn modelId="{66DFC1F4-14F9-4340-8C63-92FE49BE996A}" type="presParOf" srcId="{9D657031-E641-4087-ACF7-4ABAD017822C}" destId="{56021338-29E5-46DC-915F-CAE7C163DEAE}" srcOrd="3" destOrd="0" presId="urn:microsoft.com/office/officeart/2018/5/layout/IconCircleLabelList"/>
    <dgm:cxn modelId="{6AB61B8D-2A85-42FA-B003-A0333E94000E}" type="presParOf" srcId="{B4F0AF54-5779-4E26-A172-ECD73C5CD09D}" destId="{2E2855D5-F910-4522-BBE1-BD560729822A}" srcOrd="7" destOrd="0" presId="urn:microsoft.com/office/officeart/2018/5/layout/IconCircleLabelList"/>
    <dgm:cxn modelId="{186893DE-00D5-49EC-9DDE-F86FC1429016}" type="presParOf" srcId="{B4F0AF54-5779-4E26-A172-ECD73C5CD09D}" destId="{A37EC356-A14C-4DEB-BB33-FF86910E4C29}" srcOrd="8" destOrd="0" presId="urn:microsoft.com/office/officeart/2018/5/layout/IconCircleLabelList"/>
    <dgm:cxn modelId="{B3778D82-65F8-4F35-8FF4-43974F939210}" type="presParOf" srcId="{A37EC356-A14C-4DEB-BB33-FF86910E4C29}" destId="{AD3854CF-6DDA-4136-B71B-7BFFCFBF7A35}" srcOrd="0" destOrd="0" presId="urn:microsoft.com/office/officeart/2018/5/layout/IconCircleLabelList"/>
    <dgm:cxn modelId="{BA4AFF74-8FF1-4243-9F42-33BAA24EA355}" type="presParOf" srcId="{A37EC356-A14C-4DEB-BB33-FF86910E4C29}" destId="{2B820E87-D63B-48C2-981A-B45B65B26766}" srcOrd="1" destOrd="0" presId="urn:microsoft.com/office/officeart/2018/5/layout/IconCircleLabelList"/>
    <dgm:cxn modelId="{A59986E8-3972-45C5-B5C8-6E47A04686BE}" type="presParOf" srcId="{A37EC356-A14C-4DEB-BB33-FF86910E4C29}" destId="{1BEB5BDF-3C07-43FC-ABC2-2547EB736809}" srcOrd="2" destOrd="0" presId="urn:microsoft.com/office/officeart/2018/5/layout/IconCircleLabelList"/>
    <dgm:cxn modelId="{BC63B8D4-88C6-4A58-A5B9-18A7BCFEA83B}" type="presParOf" srcId="{A37EC356-A14C-4DEB-BB33-FF86910E4C29}" destId="{F3367BCD-A361-4A12-B54F-0BA8C31E5D1B}" srcOrd="3" destOrd="0" presId="urn:microsoft.com/office/officeart/2018/5/layout/IconCircleLabelList"/>
    <dgm:cxn modelId="{77D56D97-132B-4671-AFEE-5EB5A98163C3}" type="presParOf" srcId="{B4F0AF54-5779-4E26-A172-ECD73C5CD09D}" destId="{E0D185F0-057F-44AE-BF4B-871BA8B91138}" srcOrd="9" destOrd="0" presId="urn:microsoft.com/office/officeart/2018/5/layout/IconCircleLabelList"/>
    <dgm:cxn modelId="{11540BDC-BAE9-4C8E-B890-195E2079D343}" type="presParOf" srcId="{B4F0AF54-5779-4E26-A172-ECD73C5CD09D}" destId="{4DCAD623-F456-44FD-9024-FFD626D9279E}" srcOrd="10" destOrd="0" presId="urn:microsoft.com/office/officeart/2018/5/layout/IconCircleLabelList"/>
    <dgm:cxn modelId="{94AA4DB2-2214-4F74-80EE-2CED35A17539}" type="presParOf" srcId="{4DCAD623-F456-44FD-9024-FFD626D9279E}" destId="{EF85FD1A-7B49-4188-BFFB-B1B4B2492859}" srcOrd="0" destOrd="0" presId="urn:microsoft.com/office/officeart/2018/5/layout/IconCircleLabelList"/>
    <dgm:cxn modelId="{CFA5FFB4-26B3-4F61-BB3D-235FB50AE72F}" type="presParOf" srcId="{4DCAD623-F456-44FD-9024-FFD626D9279E}" destId="{CC604F88-B570-4318-97C6-F90118E8FBDF}" srcOrd="1" destOrd="0" presId="urn:microsoft.com/office/officeart/2018/5/layout/IconCircleLabelList"/>
    <dgm:cxn modelId="{7FA2936C-4ABD-4534-A7BA-E68CF28D0469}" type="presParOf" srcId="{4DCAD623-F456-44FD-9024-FFD626D9279E}" destId="{2BE57F7C-95DB-4C86-82E9-82627ACC76A0}" srcOrd="2" destOrd="0" presId="urn:microsoft.com/office/officeart/2018/5/layout/IconCircleLabelList"/>
    <dgm:cxn modelId="{BCD7FEDB-49F4-40F1-AC60-14F50BFB6DBD}" type="presParOf" srcId="{4DCAD623-F456-44FD-9024-FFD626D9279E}" destId="{D6CE88B0-301F-4ED6-AAA3-19A84C8E2A0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0F44F1B-6BCA-4FCC-963B-A8B444BB244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A93A1CF-EBC8-47B9-970F-8372FA684600}">
      <dgm:prSet/>
      <dgm:spPr/>
      <dgm:t>
        <a:bodyPr/>
        <a:lstStyle/>
        <a:p>
          <a:r>
            <a:rPr lang="en-US"/>
            <a:t>• Early identification of high‑risk patients</a:t>
          </a:r>
        </a:p>
      </dgm:t>
    </dgm:pt>
    <dgm:pt modelId="{91590180-CC6B-4FA3-BE97-618375A16965}" type="parTrans" cxnId="{D1FC68D9-B0FC-4CA0-9081-3F5910CF7528}">
      <dgm:prSet/>
      <dgm:spPr/>
      <dgm:t>
        <a:bodyPr/>
        <a:lstStyle/>
        <a:p>
          <a:endParaRPr lang="en-US"/>
        </a:p>
      </dgm:t>
    </dgm:pt>
    <dgm:pt modelId="{0BFBD3C3-469C-43F8-BD7B-842638CD54D7}" type="sibTrans" cxnId="{D1FC68D9-B0FC-4CA0-9081-3F5910CF7528}">
      <dgm:prSet/>
      <dgm:spPr/>
      <dgm:t>
        <a:bodyPr/>
        <a:lstStyle/>
        <a:p>
          <a:endParaRPr lang="en-US"/>
        </a:p>
      </dgm:t>
    </dgm:pt>
    <dgm:pt modelId="{0F84434D-D027-48BB-BE7E-4A132C47B8A5}">
      <dgm:prSet/>
      <dgm:spPr/>
      <dgm:t>
        <a:bodyPr/>
        <a:lstStyle/>
        <a:p>
          <a:r>
            <a:rPr lang="en-US"/>
            <a:t>• Improved clinical decision support</a:t>
          </a:r>
        </a:p>
      </dgm:t>
    </dgm:pt>
    <dgm:pt modelId="{AB18FFE4-C2F9-4B40-9068-95939DDA04F0}" type="parTrans" cxnId="{F62E1F21-2201-4D3B-AC5B-19253D2DDE79}">
      <dgm:prSet/>
      <dgm:spPr/>
      <dgm:t>
        <a:bodyPr/>
        <a:lstStyle/>
        <a:p>
          <a:endParaRPr lang="en-US"/>
        </a:p>
      </dgm:t>
    </dgm:pt>
    <dgm:pt modelId="{BCB255A6-7772-4A0E-8017-C320B9127E4A}" type="sibTrans" cxnId="{F62E1F21-2201-4D3B-AC5B-19253D2DDE79}">
      <dgm:prSet/>
      <dgm:spPr/>
      <dgm:t>
        <a:bodyPr/>
        <a:lstStyle/>
        <a:p>
          <a:endParaRPr lang="en-US"/>
        </a:p>
      </dgm:t>
    </dgm:pt>
    <dgm:pt modelId="{EEFC67A0-46DB-4864-9500-ADD0325FBE41}">
      <dgm:prSet/>
      <dgm:spPr/>
      <dgm:t>
        <a:bodyPr/>
        <a:lstStyle/>
        <a:p>
          <a:r>
            <a:rPr lang="en-US"/>
            <a:t>• Better preventive healthcare planning</a:t>
          </a:r>
        </a:p>
      </dgm:t>
    </dgm:pt>
    <dgm:pt modelId="{F5C22763-A057-467E-BAC0-0EF6AE3E9AE6}" type="parTrans" cxnId="{F28E8DD8-7830-45B5-8908-3D8233108093}">
      <dgm:prSet/>
      <dgm:spPr/>
      <dgm:t>
        <a:bodyPr/>
        <a:lstStyle/>
        <a:p>
          <a:endParaRPr lang="en-US"/>
        </a:p>
      </dgm:t>
    </dgm:pt>
    <dgm:pt modelId="{778A6FAA-A921-4173-94D6-1D451614B09D}" type="sibTrans" cxnId="{F28E8DD8-7830-45B5-8908-3D8233108093}">
      <dgm:prSet/>
      <dgm:spPr/>
      <dgm:t>
        <a:bodyPr/>
        <a:lstStyle/>
        <a:p>
          <a:endParaRPr lang="en-US"/>
        </a:p>
      </dgm:t>
    </dgm:pt>
    <dgm:pt modelId="{2AD8E10B-DC5E-4D08-974D-C5B2B428D5AC}">
      <dgm:prSet/>
      <dgm:spPr/>
      <dgm:t>
        <a:bodyPr/>
        <a:lstStyle/>
        <a:p>
          <a:r>
            <a:rPr lang="en-US"/>
            <a:t>• Reduced healthcare costs</a:t>
          </a:r>
        </a:p>
      </dgm:t>
    </dgm:pt>
    <dgm:pt modelId="{FD67DD2D-CB15-4586-A9C5-F0D2A4A53339}" type="parTrans" cxnId="{0A8C548E-D3CD-47D1-A913-E2475EC9C283}">
      <dgm:prSet/>
      <dgm:spPr/>
      <dgm:t>
        <a:bodyPr/>
        <a:lstStyle/>
        <a:p>
          <a:endParaRPr lang="en-US"/>
        </a:p>
      </dgm:t>
    </dgm:pt>
    <dgm:pt modelId="{0C42B0C0-9279-4A65-AE25-9B6693B93D34}" type="sibTrans" cxnId="{0A8C548E-D3CD-47D1-A913-E2475EC9C283}">
      <dgm:prSet/>
      <dgm:spPr/>
      <dgm:t>
        <a:bodyPr/>
        <a:lstStyle/>
        <a:p>
          <a:endParaRPr lang="en-US"/>
        </a:p>
      </dgm:t>
    </dgm:pt>
    <dgm:pt modelId="{BEF1780F-8FEC-4931-9048-6BBAB07B7854}">
      <dgm:prSet/>
      <dgm:spPr/>
      <dgm:t>
        <a:bodyPr/>
        <a:lstStyle/>
        <a:p>
          <a:r>
            <a:rPr lang="en-US"/>
            <a:t>• Insights into Alzheimer’s risk factors</a:t>
          </a:r>
        </a:p>
      </dgm:t>
    </dgm:pt>
    <dgm:pt modelId="{4A2932CE-D9D7-4FD1-99B5-3A9F15D18C34}" type="parTrans" cxnId="{7229A9A1-79F5-452F-A5A2-215E8D9D78EC}">
      <dgm:prSet/>
      <dgm:spPr/>
      <dgm:t>
        <a:bodyPr/>
        <a:lstStyle/>
        <a:p>
          <a:endParaRPr lang="en-US"/>
        </a:p>
      </dgm:t>
    </dgm:pt>
    <dgm:pt modelId="{8344426D-BDA0-4705-88B2-040E83F7AB6B}" type="sibTrans" cxnId="{7229A9A1-79F5-452F-A5A2-215E8D9D78EC}">
      <dgm:prSet/>
      <dgm:spPr/>
      <dgm:t>
        <a:bodyPr/>
        <a:lstStyle/>
        <a:p>
          <a:endParaRPr lang="en-US"/>
        </a:p>
      </dgm:t>
    </dgm:pt>
    <dgm:pt modelId="{554CE2E4-848F-9247-910A-A371AB3A4335}" type="pres">
      <dgm:prSet presAssocID="{90F44F1B-6BCA-4FCC-963B-A8B444BB244C}" presName="vert0" presStyleCnt="0">
        <dgm:presLayoutVars>
          <dgm:dir/>
          <dgm:animOne val="branch"/>
          <dgm:animLvl val="lvl"/>
        </dgm:presLayoutVars>
      </dgm:prSet>
      <dgm:spPr/>
    </dgm:pt>
    <dgm:pt modelId="{7FD82414-D484-D244-A2BC-788A36A99674}" type="pres">
      <dgm:prSet presAssocID="{AA93A1CF-EBC8-47B9-970F-8372FA684600}" presName="thickLine" presStyleLbl="alignNode1" presStyleIdx="0" presStyleCnt="5"/>
      <dgm:spPr/>
    </dgm:pt>
    <dgm:pt modelId="{B73EED19-15A7-DA4C-AD5C-672808F62053}" type="pres">
      <dgm:prSet presAssocID="{AA93A1CF-EBC8-47B9-970F-8372FA684600}" presName="horz1" presStyleCnt="0"/>
      <dgm:spPr/>
    </dgm:pt>
    <dgm:pt modelId="{CDDA156E-A5AB-9548-BA63-193A8933E77A}" type="pres">
      <dgm:prSet presAssocID="{AA93A1CF-EBC8-47B9-970F-8372FA684600}" presName="tx1" presStyleLbl="revTx" presStyleIdx="0" presStyleCnt="5"/>
      <dgm:spPr/>
    </dgm:pt>
    <dgm:pt modelId="{E5EDC74C-13BE-5F4D-BD0A-9C78C2AC16C1}" type="pres">
      <dgm:prSet presAssocID="{AA93A1CF-EBC8-47B9-970F-8372FA684600}" presName="vert1" presStyleCnt="0"/>
      <dgm:spPr/>
    </dgm:pt>
    <dgm:pt modelId="{6234B661-5EA2-4949-8D6D-E4B8056D940F}" type="pres">
      <dgm:prSet presAssocID="{0F84434D-D027-48BB-BE7E-4A132C47B8A5}" presName="thickLine" presStyleLbl="alignNode1" presStyleIdx="1" presStyleCnt="5"/>
      <dgm:spPr/>
    </dgm:pt>
    <dgm:pt modelId="{13996ECF-2FF0-8246-A4E1-D8332EDEAC6B}" type="pres">
      <dgm:prSet presAssocID="{0F84434D-D027-48BB-BE7E-4A132C47B8A5}" presName="horz1" presStyleCnt="0"/>
      <dgm:spPr/>
    </dgm:pt>
    <dgm:pt modelId="{62108DED-3D43-4B4F-A5CE-AF959EB14F11}" type="pres">
      <dgm:prSet presAssocID="{0F84434D-D027-48BB-BE7E-4A132C47B8A5}" presName="tx1" presStyleLbl="revTx" presStyleIdx="1" presStyleCnt="5"/>
      <dgm:spPr/>
    </dgm:pt>
    <dgm:pt modelId="{44A5C2BF-DDC0-BA40-8F1D-210111CEEA31}" type="pres">
      <dgm:prSet presAssocID="{0F84434D-D027-48BB-BE7E-4A132C47B8A5}" presName="vert1" presStyleCnt="0"/>
      <dgm:spPr/>
    </dgm:pt>
    <dgm:pt modelId="{5F2330AB-00DB-9B4C-AB29-89784B5D2337}" type="pres">
      <dgm:prSet presAssocID="{EEFC67A0-46DB-4864-9500-ADD0325FBE41}" presName="thickLine" presStyleLbl="alignNode1" presStyleIdx="2" presStyleCnt="5"/>
      <dgm:spPr/>
    </dgm:pt>
    <dgm:pt modelId="{927F0C32-DD47-E640-BF06-FDB55C5B7609}" type="pres">
      <dgm:prSet presAssocID="{EEFC67A0-46DB-4864-9500-ADD0325FBE41}" presName="horz1" presStyleCnt="0"/>
      <dgm:spPr/>
    </dgm:pt>
    <dgm:pt modelId="{B624977C-D38D-2E45-AD70-69AF9390578D}" type="pres">
      <dgm:prSet presAssocID="{EEFC67A0-46DB-4864-9500-ADD0325FBE41}" presName="tx1" presStyleLbl="revTx" presStyleIdx="2" presStyleCnt="5"/>
      <dgm:spPr/>
    </dgm:pt>
    <dgm:pt modelId="{4DD0FE94-5BE1-424F-9762-2853B51DA482}" type="pres">
      <dgm:prSet presAssocID="{EEFC67A0-46DB-4864-9500-ADD0325FBE41}" presName="vert1" presStyleCnt="0"/>
      <dgm:spPr/>
    </dgm:pt>
    <dgm:pt modelId="{C5411AC6-7AF8-9243-8274-C6132D2D65ED}" type="pres">
      <dgm:prSet presAssocID="{2AD8E10B-DC5E-4D08-974D-C5B2B428D5AC}" presName="thickLine" presStyleLbl="alignNode1" presStyleIdx="3" presStyleCnt="5"/>
      <dgm:spPr/>
    </dgm:pt>
    <dgm:pt modelId="{45C68B4A-081B-D540-9A16-42AE46F18F18}" type="pres">
      <dgm:prSet presAssocID="{2AD8E10B-DC5E-4D08-974D-C5B2B428D5AC}" presName="horz1" presStyleCnt="0"/>
      <dgm:spPr/>
    </dgm:pt>
    <dgm:pt modelId="{5E0C112C-FE0D-CB40-B1DC-5FCCD2A53667}" type="pres">
      <dgm:prSet presAssocID="{2AD8E10B-DC5E-4D08-974D-C5B2B428D5AC}" presName="tx1" presStyleLbl="revTx" presStyleIdx="3" presStyleCnt="5"/>
      <dgm:spPr/>
    </dgm:pt>
    <dgm:pt modelId="{7D1A471B-4486-394C-BE86-FB2B38AFD3F5}" type="pres">
      <dgm:prSet presAssocID="{2AD8E10B-DC5E-4D08-974D-C5B2B428D5AC}" presName="vert1" presStyleCnt="0"/>
      <dgm:spPr/>
    </dgm:pt>
    <dgm:pt modelId="{6BC3D52C-8C4F-E74F-A3C8-0F758AE9B8EE}" type="pres">
      <dgm:prSet presAssocID="{BEF1780F-8FEC-4931-9048-6BBAB07B7854}" presName="thickLine" presStyleLbl="alignNode1" presStyleIdx="4" presStyleCnt="5"/>
      <dgm:spPr/>
    </dgm:pt>
    <dgm:pt modelId="{D03BD94F-34F3-AB47-A14F-E1D65043DEB5}" type="pres">
      <dgm:prSet presAssocID="{BEF1780F-8FEC-4931-9048-6BBAB07B7854}" presName="horz1" presStyleCnt="0"/>
      <dgm:spPr/>
    </dgm:pt>
    <dgm:pt modelId="{FAF91E89-C88F-394B-B2E6-87A9FE939DF7}" type="pres">
      <dgm:prSet presAssocID="{BEF1780F-8FEC-4931-9048-6BBAB07B7854}" presName="tx1" presStyleLbl="revTx" presStyleIdx="4" presStyleCnt="5"/>
      <dgm:spPr/>
    </dgm:pt>
    <dgm:pt modelId="{2049B24B-5F6B-B74F-880B-3F81E3261C96}" type="pres">
      <dgm:prSet presAssocID="{BEF1780F-8FEC-4931-9048-6BBAB07B7854}" presName="vert1" presStyleCnt="0"/>
      <dgm:spPr/>
    </dgm:pt>
  </dgm:ptLst>
  <dgm:cxnLst>
    <dgm:cxn modelId="{0DCA5C0E-8FFA-3746-B2F0-0A752641C54F}" type="presOf" srcId="{90F44F1B-6BCA-4FCC-963B-A8B444BB244C}" destId="{554CE2E4-848F-9247-910A-A371AB3A4335}" srcOrd="0" destOrd="0" presId="urn:microsoft.com/office/officeart/2008/layout/LinedList"/>
    <dgm:cxn modelId="{F62E1F21-2201-4D3B-AC5B-19253D2DDE79}" srcId="{90F44F1B-6BCA-4FCC-963B-A8B444BB244C}" destId="{0F84434D-D027-48BB-BE7E-4A132C47B8A5}" srcOrd="1" destOrd="0" parTransId="{AB18FFE4-C2F9-4B40-9068-95939DDA04F0}" sibTransId="{BCB255A6-7772-4A0E-8017-C320B9127E4A}"/>
    <dgm:cxn modelId="{00750022-BB07-884A-BD28-E22D52D00C67}" type="presOf" srcId="{2AD8E10B-DC5E-4D08-974D-C5B2B428D5AC}" destId="{5E0C112C-FE0D-CB40-B1DC-5FCCD2A53667}" srcOrd="0" destOrd="0" presId="urn:microsoft.com/office/officeart/2008/layout/LinedList"/>
    <dgm:cxn modelId="{78948A58-6005-B748-A2C5-F5717E5F452A}" type="presOf" srcId="{0F84434D-D027-48BB-BE7E-4A132C47B8A5}" destId="{62108DED-3D43-4B4F-A5CE-AF959EB14F11}" srcOrd="0" destOrd="0" presId="urn:microsoft.com/office/officeart/2008/layout/LinedList"/>
    <dgm:cxn modelId="{BD38466B-DEE7-FE44-BA60-924E3A88EC87}" type="presOf" srcId="{BEF1780F-8FEC-4931-9048-6BBAB07B7854}" destId="{FAF91E89-C88F-394B-B2E6-87A9FE939DF7}" srcOrd="0" destOrd="0" presId="urn:microsoft.com/office/officeart/2008/layout/LinedList"/>
    <dgm:cxn modelId="{0A8C548E-D3CD-47D1-A913-E2475EC9C283}" srcId="{90F44F1B-6BCA-4FCC-963B-A8B444BB244C}" destId="{2AD8E10B-DC5E-4D08-974D-C5B2B428D5AC}" srcOrd="3" destOrd="0" parTransId="{FD67DD2D-CB15-4586-A9C5-F0D2A4A53339}" sibTransId="{0C42B0C0-9279-4A65-AE25-9B6693B93D34}"/>
    <dgm:cxn modelId="{CFC137A0-5D59-DF4F-A3AE-1FEB865AA5ED}" type="presOf" srcId="{AA93A1CF-EBC8-47B9-970F-8372FA684600}" destId="{CDDA156E-A5AB-9548-BA63-193A8933E77A}" srcOrd="0" destOrd="0" presId="urn:microsoft.com/office/officeart/2008/layout/LinedList"/>
    <dgm:cxn modelId="{7229A9A1-79F5-452F-A5A2-215E8D9D78EC}" srcId="{90F44F1B-6BCA-4FCC-963B-A8B444BB244C}" destId="{BEF1780F-8FEC-4931-9048-6BBAB07B7854}" srcOrd="4" destOrd="0" parTransId="{4A2932CE-D9D7-4FD1-99B5-3A9F15D18C34}" sibTransId="{8344426D-BDA0-4705-88B2-040E83F7AB6B}"/>
    <dgm:cxn modelId="{1547CDB8-F39E-D64D-A696-D09A59C35C79}" type="presOf" srcId="{EEFC67A0-46DB-4864-9500-ADD0325FBE41}" destId="{B624977C-D38D-2E45-AD70-69AF9390578D}" srcOrd="0" destOrd="0" presId="urn:microsoft.com/office/officeart/2008/layout/LinedList"/>
    <dgm:cxn modelId="{F28E8DD8-7830-45B5-8908-3D8233108093}" srcId="{90F44F1B-6BCA-4FCC-963B-A8B444BB244C}" destId="{EEFC67A0-46DB-4864-9500-ADD0325FBE41}" srcOrd="2" destOrd="0" parTransId="{F5C22763-A057-467E-BAC0-0EF6AE3E9AE6}" sibTransId="{778A6FAA-A921-4173-94D6-1D451614B09D}"/>
    <dgm:cxn modelId="{D1FC68D9-B0FC-4CA0-9081-3F5910CF7528}" srcId="{90F44F1B-6BCA-4FCC-963B-A8B444BB244C}" destId="{AA93A1CF-EBC8-47B9-970F-8372FA684600}" srcOrd="0" destOrd="0" parTransId="{91590180-CC6B-4FA3-BE97-618375A16965}" sibTransId="{0BFBD3C3-469C-43F8-BD7B-842638CD54D7}"/>
    <dgm:cxn modelId="{A500C742-59D3-BC43-8B5D-3F8B97C89658}" type="presParOf" srcId="{554CE2E4-848F-9247-910A-A371AB3A4335}" destId="{7FD82414-D484-D244-A2BC-788A36A99674}" srcOrd="0" destOrd="0" presId="urn:microsoft.com/office/officeart/2008/layout/LinedList"/>
    <dgm:cxn modelId="{45E6F924-7732-8D44-9AAE-2A214182216D}" type="presParOf" srcId="{554CE2E4-848F-9247-910A-A371AB3A4335}" destId="{B73EED19-15A7-DA4C-AD5C-672808F62053}" srcOrd="1" destOrd="0" presId="urn:microsoft.com/office/officeart/2008/layout/LinedList"/>
    <dgm:cxn modelId="{92F5DC51-F61C-DE4B-A009-9FA7ECD33120}" type="presParOf" srcId="{B73EED19-15A7-DA4C-AD5C-672808F62053}" destId="{CDDA156E-A5AB-9548-BA63-193A8933E77A}" srcOrd="0" destOrd="0" presId="urn:microsoft.com/office/officeart/2008/layout/LinedList"/>
    <dgm:cxn modelId="{9C204128-66B9-D044-A171-817940F77D4E}" type="presParOf" srcId="{B73EED19-15A7-DA4C-AD5C-672808F62053}" destId="{E5EDC74C-13BE-5F4D-BD0A-9C78C2AC16C1}" srcOrd="1" destOrd="0" presId="urn:microsoft.com/office/officeart/2008/layout/LinedList"/>
    <dgm:cxn modelId="{8FFB4B45-D97F-1741-92E6-2BE02FBEEBFE}" type="presParOf" srcId="{554CE2E4-848F-9247-910A-A371AB3A4335}" destId="{6234B661-5EA2-4949-8D6D-E4B8056D940F}" srcOrd="2" destOrd="0" presId="urn:microsoft.com/office/officeart/2008/layout/LinedList"/>
    <dgm:cxn modelId="{5943D5A8-11EE-AF4F-82C5-D6140FBD094B}" type="presParOf" srcId="{554CE2E4-848F-9247-910A-A371AB3A4335}" destId="{13996ECF-2FF0-8246-A4E1-D8332EDEAC6B}" srcOrd="3" destOrd="0" presId="urn:microsoft.com/office/officeart/2008/layout/LinedList"/>
    <dgm:cxn modelId="{F13A12E1-10EC-6344-8C8A-EC2D8F0C337B}" type="presParOf" srcId="{13996ECF-2FF0-8246-A4E1-D8332EDEAC6B}" destId="{62108DED-3D43-4B4F-A5CE-AF959EB14F11}" srcOrd="0" destOrd="0" presId="urn:microsoft.com/office/officeart/2008/layout/LinedList"/>
    <dgm:cxn modelId="{1C0961FD-4C91-544E-A1B6-10F1B50074EB}" type="presParOf" srcId="{13996ECF-2FF0-8246-A4E1-D8332EDEAC6B}" destId="{44A5C2BF-DDC0-BA40-8F1D-210111CEEA31}" srcOrd="1" destOrd="0" presId="urn:microsoft.com/office/officeart/2008/layout/LinedList"/>
    <dgm:cxn modelId="{D72309F7-2921-F643-9A7C-35C4AEF86000}" type="presParOf" srcId="{554CE2E4-848F-9247-910A-A371AB3A4335}" destId="{5F2330AB-00DB-9B4C-AB29-89784B5D2337}" srcOrd="4" destOrd="0" presId="urn:microsoft.com/office/officeart/2008/layout/LinedList"/>
    <dgm:cxn modelId="{3EE3279C-6A99-9C45-889A-28801D2A0A23}" type="presParOf" srcId="{554CE2E4-848F-9247-910A-A371AB3A4335}" destId="{927F0C32-DD47-E640-BF06-FDB55C5B7609}" srcOrd="5" destOrd="0" presId="urn:microsoft.com/office/officeart/2008/layout/LinedList"/>
    <dgm:cxn modelId="{2A519C33-A46B-0E42-836D-CCD32747AC2C}" type="presParOf" srcId="{927F0C32-DD47-E640-BF06-FDB55C5B7609}" destId="{B624977C-D38D-2E45-AD70-69AF9390578D}" srcOrd="0" destOrd="0" presId="urn:microsoft.com/office/officeart/2008/layout/LinedList"/>
    <dgm:cxn modelId="{2CD7877B-96F3-F54E-903C-D3FF7AE487FF}" type="presParOf" srcId="{927F0C32-DD47-E640-BF06-FDB55C5B7609}" destId="{4DD0FE94-5BE1-424F-9762-2853B51DA482}" srcOrd="1" destOrd="0" presId="urn:microsoft.com/office/officeart/2008/layout/LinedList"/>
    <dgm:cxn modelId="{7E22AAC2-3985-7A49-B302-0C1ED9B1E28A}" type="presParOf" srcId="{554CE2E4-848F-9247-910A-A371AB3A4335}" destId="{C5411AC6-7AF8-9243-8274-C6132D2D65ED}" srcOrd="6" destOrd="0" presId="urn:microsoft.com/office/officeart/2008/layout/LinedList"/>
    <dgm:cxn modelId="{C936801F-9B97-9646-945C-3424A3477161}" type="presParOf" srcId="{554CE2E4-848F-9247-910A-A371AB3A4335}" destId="{45C68B4A-081B-D540-9A16-42AE46F18F18}" srcOrd="7" destOrd="0" presId="urn:microsoft.com/office/officeart/2008/layout/LinedList"/>
    <dgm:cxn modelId="{D93C7C57-DE7C-5449-AE99-6355F5D51C5A}" type="presParOf" srcId="{45C68B4A-081B-D540-9A16-42AE46F18F18}" destId="{5E0C112C-FE0D-CB40-B1DC-5FCCD2A53667}" srcOrd="0" destOrd="0" presId="urn:microsoft.com/office/officeart/2008/layout/LinedList"/>
    <dgm:cxn modelId="{7AAEA9DF-85A1-BC4D-9A61-B8C214CD6CA1}" type="presParOf" srcId="{45C68B4A-081B-D540-9A16-42AE46F18F18}" destId="{7D1A471B-4486-394C-BE86-FB2B38AFD3F5}" srcOrd="1" destOrd="0" presId="urn:microsoft.com/office/officeart/2008/layout/LinedList"/>
    <dgm:cxn modelId="{016FD47D-7F6F-014A-A645-8EEEF7663918}" type="presParOf" srcId="{554CE2E4-848F-9247-910A-A371AB3A4335}" destId="{6BC3D52C-8C4F-E74F-A3C8-0F758AE9B8EE}" srcOrd="8" destOrd="0" presId="urn:microsoft.com/office/officeart/2008/layout/LinedList"/>
    <dgm:cxn modelId="{3EC63E7C-591A-464C-9766-8C4499798C07}" type="presParOf" srcId="{554CE2E4-848F-9247-910A-A371AB3A4335}" destId="{D03BD94F-34F3-AB47-A14F-E1D65043DEB5}" srcOrd="9" destOrd="0" presId="urn:microsoft.com/office/officeart/2008/layout/LinedList"/>
    <dgm:cxn modelId="{BA6B3A2E-67FC-334F-A875-528169122976}" type="presParOf" srcId="{D03BD94F-34F3-AB47-A14F-E1D65043DEB5}" destId="{FAF91E89-C88F-394B-B2E6-87A9FE939DF7}" srcOrd="0" destOrd="0" presId="urn:microsoft.com/office/officeart/2008/layout/LinedList"/>
    <dgm:cxn modelId="{747E399D-418D-C54E-A159-68D30DC4F2B5}" type="presParOf" srcId="{D03BD94F-34F3-AB47-A14F-E1D65043DEB5}" destId="{2049B24B-5F6B-B74F-880B-3F81E3261C9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41C5F54-64AD-4E9B-8D27-F88460023F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15868DB-3459-4B43-AA5C-CB3DD53C97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and machine learning can support early detection of Alzheimer’s Disease.</a:t>
          </a:r>
        </a:p>
      </dgm:t>
    </dgm:pt>
    <dgm:pt modelId="{B43710F3-26AF-4A0C-9313-C684EA09BC1E}" type="parTrans" cxnId="{49C3AD47-4137-4BE8-AE96-91130B0FF77B}">
      <dgm:prSet/>
      <dgm:spPr/>
      <dgm:t>
        <a:bodyPr/>
        <a:lstStyle/>
        <a:p>
          <a:endParaRPr lang="en-US"/>
        </a:p>
      </dgm:t>
    </dgm:pt>
    <dgm:pt modelId="{1BA11CB0-6A25-47BF-8D30-7E379E3D1AFB}" type="sibTrans" cxnId="{49C3AD47-4137-4BE8-AE96-91130B0FF77B}">
      <dgm:prSet/>
      <dgm:spPr/>
      <dgm:t>
        <a:bodyPr/>
        <a:lstStyle/>
        <a:p>
          <a:endParaRPr lang="en-US"/>
        </a:p>
      </dgm:t>
    </dgm:pt>
    <dgm:pt modelId="{BC333249-7FDB-4283-B18C-E578FF3CF5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system analyzes patient health data to predict risk and assist clinicians.</a:t>
          </a:r>
        </a:p>
      </dgm:t>
    </dgm:pt>
    <dgm:pt modelId="{1352024D-1B70-4FD6-92D5-7CA684E90CDA}" type="parTrans" cxnId="{BFCA287A-8B70-432D-A107-A27012BF7F38}">
      <dgm:prSet/>
      <dgm:spPr/>
      <dgm:t>
        <a:bodyPr/>
        <a:lstStyle/>
        <a:p>
          <a:endParaRPr lang="en-US"/>
        </a:p>
      </dgm:t>
    </dgm:pt>
    <dgm:pt modelId="{BAF1AAD6-F1EE-4894-855A-8EA18C078881}" type="sibTrans" cxnId="{BFCA287A-8B70-432D-A107-A27012BF7F38}">
      <dgm:prSet/>
      <dgm:spPr/>
      <dgm:t>
        <a:bodyPr/>
        <a:lstStyle/>
        <a:p>
          <a:endParaRPr lang="en-US"/>
        </a:p>
      </dgm:t>
    </dgm:pt>
    <dgm:pt modelId="{95605D0F-B7B9-408B-9310-A86F9BBEF4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Explainable AI ensures predictions are transparent and trustworthy.</a:t>
          </a:r>
        </a:p>
      </dgm:t>
    </dgm:pt>
    <dgm:pt modelId="{1387869E-6273-4024-AD26-4C60E17657DB}" type="parTrans" cxnId="{C8E1AF17-7EFD-4F32-85CE-4B892E9A77F5}">
      <dgm:prSet/>
      <dgm:spPr/>
      <dgm:t>
        <a:bodyPr/>
        <a:lstStyle/>
        <a:p>
          <a:endParaRPr lang="en-US"/>
        </a:p>
      </dgm:t>
    </dgm:pt>
    <dgm:pt modelId="{9033EED1-79D0-4411-B149-84DDE49AEADD}" type="sibTrans" cxnId="{C8E1AF17-7EFD-4F32-85CE-4B892E9A77F5}">
      <dgm:prSet/>
      <dgm:spPr/>
      <dgm:t>
        <a:bodyPr/>
        <a:lstStyle/>
        <a:p>
          <a:endParaRPr lang="en-US"/>
        </a:p>
      </dgm:t>
    </dgm:pt>
    <dgm:pt modelId="{37D4DD46-3EF7-4B3D-8446-E31D28FB2A1E}" type="pres">
      <dgm:prSet presAssocID="{A41C5F54-64AD-4E9B-8D27-F88460023F96}" presName="root" presStyleCnt="0">
        <dgm:presLayoutVars>
          <dgm:dir/>
          <dgm:resizeHandles val="exact"/>
        </dgm:presLayoutVars>
      </dgm:prSet>
      <dgm:spPr/>
    </dgm:pt>
    <dgm:pt modelId="{72B649BE-FCC2-487C-921E-03FB341078E4}" type="pres">
      <dgm:prSet presAssocID="{115868DB-3459-4B43-AA5C-CB3DD53C977E}" presName="compNode" presStyleCnt="0"/>
      <dgm:spPr/>
    </dgm:pt>
    <dgm:pt modelId="{F356D094-939A-4634-87D9-E9CBCD517F8E}" type="pres">
      <dgm:prSet presAssocID="{115868DB-3459-4B43-AA5C-CB3DD53C97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76E43C1A-6298-4857-83D9-6C1F507A55E2}" type="pres">
      <dgm:prSet presAssocID="{115868DB-3459-4B43-AA5C-CB3DD53C977E}" presName="spaceRect" presStyleCnt="0"/>
      <dgm:spPr/>
    </dgm:pt>
    <dgm:pt modelId="{C4B66A1B-2904-4C40-AF95-16421503B34F}" type="pres">
      <dgm:prSet presAssocID="{115868DB-3459-4B43-AA5C-CB3DD53C977E}" presName="textRect" presStyleLbl="revTx" presStyleIdx="0" presStyleCnt="3">
        <dgm:presLayoutVars>
          <dgm:chMax val="1"/>
          <dgm:chPref val="1"/>
        </dgm:presLayoutVars>
      </dgm:prSet>
      <dgm:spPr/>
    </dgm:pt>
    <dgm:pt modelId="{195C4BD0-7FF3-42A3-A450-7645D2D886BC}" type="pres">
      <dgm:prSet presAssocID="{1BA11CB0-6A25-47BF-8D30-7E379E3D1AFB}" presName="sibTrans" presStyleCnt="0"/>
      <dgm:spPr/>
    </dgm:pt>
    <dgm:pt modelId="{5777828A-5F2E-44AF-938D-9D37B552D45E}" type="pres">
      <dgm:prSet presAssocID="{BC333249-7FDB-4283-B18C-E578FF3CF5E5}" presName="compNode" presStyleCnt="0"/>
      <dgm:spPr/>
    </dgm:pt>
    <dgm:pt modelId="{41166E2D-420C-420B-94E2-21956089DD60}" type="pres">
      <dgm:prSet presAssocID="{BC333249-7FDB-4283-B18C-E578FF3CF5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85D80548-C158-4E63-A2B6-6E73957EEB47}" type="pres">
      <dgm:prSet presAssocID="{BC333249-7FDB-4283-B18C-E578FF3CF5E5}" presName="spaceRect" presStyleCnt="0"/>
      <dgm:spPr/>
    </dgm:pt>
    <dgm:pt modelId="{7317AF56-28B9-4359-BB4F-954B855309B4}" type="pres">
      <dgm:prSet presAssocID="{BC333249-7FDB-4283-B18C-E578FF3CF5E5}" presName="textRect" presStyleLbl="revTx" presStyleIdx="1" presStyleCnt="3">
        <dgm:presLayoutVars>
          <dgm:chMax val="1"/>
          <dgm:chPref val="1"/>
        </dgm:presLayoutVars>
      </dgm:prSet>
      <dgm:spPr/>
    </dgm:pt>
    <dgm:pt modelId="{533DE5AA-5076-44F4-8D33-5C5E37118FAD}" type="pres">
      <dgm:prSet presAssocID="{BAF1AAD6-F1EE-4894-855A-8EA18C078881}" presName="sibTrans" presStyleCnt="0"/>
      <dgm:spPr/>
    </dgm:pt>
    <dgm:pt modelId="{4B598A1E-81A5-47B2-8065-3F10FC6C0667}" type="pres">
      <dgm:prSet presAssocID="{95605D0F-B7B9-408B-9310-A86F9BBEF485}" presName="compNode" presStyleCnt="0"/>
      <dgm:spPr/>
    </dgm:pt>
    <dgm:pt modelId="{6A08822D-3E10-4C9A-9F9B-51D08806A052}" type="pres">
      <dgm:prSet presAssocID="{95605D0F-B7B9-408B-9310-A86F9BBEF4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AB71127-0BFE-4499-B522-D1B33D3440BE}" type="pres">
      <dgm:prSet presAssocID="{95605D0F-B7B9-408B-9310-A86F9BBEF485}" presName="spaceRect" presStyleCnt="0"/>
      <dgm:spPr/>
    </dgm:pt>
    <dgm:pt modelId="{F280D093-64AC-4D23-9910-6D9D16EBB512}" type="pres">
      <dgm:prSet presAssocID="{95605D0F-B7B9-408B-9310-A86F9BBEF48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E1AF17-7EFD-4F32-85CE-4B892E9A77F5}" srcId="{A41C5F54-64AD-4E9B-8D27-F88460023F96}" destId="{95605D0F-B7B9-408B-9310-A86F9BBEF485}" srcOrd="2" destOrd="0" parTransId="{1387869E-6273-4024-AD26-4C60E17657DB}" sibTransId="{9033EED1-79D0-4411-B149-84DDE49AEADD}"/>
    <dgm:cxn modelId="{49C3AD47-4137-4BE8-AE96-91130B0FF77B}" srcId="{A41C5F54-64AD-4E9B-8D27-F88460023F96}" destId="{115868DB-3459-4B43-AA5C-CB3DD53C977E}" srcOrd="0" destOrd="0" parTransId="{B43710F3-26AF-4A0C-9313-C684EA09BC1E}" sibTransId="{1BA11CB0-6A25-47BF-8D30-7E379E3D1AFB}"/>
    <dgm:cxn modelId="{BFCA287A-8B70-432D-A107-A27012BF7F38}" srcId="{A41C5F54-64AD-4E9B-8D27-F88460023F96}" destId="{BC333249-7FDB-4283-B18C-E578FF3CF5E5}" srcOrd="1" destOrd="0" parTransId="{1352024D-1B70-4FD6-92D5-7CA684E90CDA}" sibTransId="{BAF1AAD6-F1EE-4894-855A-8EA18C078881}"/>
    <dgm:cxn modelId="{CECE1E84-D061-B540-B8E3-B3B2D2AF4D68}" type="presOf" srcId="{95605D0F-B7B9-408B-9310-A86F9BBEF485}" destId="{F280D093-64AC-4D23-9910-6D9D16EBB512}" srcOrd="0" destOrd="0" presId="urn:microsoft.com/office/officeart/2018/2/layout/IconLabelList"/>
    <dgm:cxn modelId="{0D63FD8C-778C-DE45-B477-423B170B7D2D}" type="presOf" srcId="{A41C5F54-64AD-4E9B-8D27-F88460023F96}" destId="{37D4DD46-3EF7-4B3D-8446-E31D28FB2A1E}" srcOrd="0" destOrd="0" presId="urn:microsoft.com/office/officeart/2018/2/layout/IconLabelList"/>
    <dgm:cxn modelId="{9D9185AC-E855-8342-AC61-0536FAEC1C2E}" type="presOf" srcId="{BC333249-7FDB-4283-B18C-E578FF3CF5E5}" destId="{7317AF56-28B9-4359-BB4F-954B855309B4}" srcOrd="0" destOrd="0" presId="urn:microsoft.com/office/officeart/2018/2/layout/IconLabelList"/>
    <dgm:cxn modelId="{0C3BC4D7-3C7C-674B-A945-F501A0BC9DA5}" type="presOf" srcId="{115868DB-3459-4B43-AA5C-CB3DD53C977E}" destId="{C4B66A1B-2904-4C40-AF95-16421503B34F}" srcOrd="0" destOrd="0" presId="urn:microsoft.com/office/officeart/2018/2/layout/IconLabelList"/>
    <dgm:cxn modelId="{29557AA8-EF2E-704E-B48C-A5512DF1D5EA}" type="presParOf" srcId="{37D4DD46-3EF7-4B3D-8446-E31D28FB2A1E}" destId="{72B649BE-FCC2-487C-921E-03FB341078E4}" srcOrd="0" destOrd="0" presId="urn:microsoft.com/office/officeart/2018/2/layout/IconLabelList"/>
    <dgm:cxn modelId="{2F2CD2A6-FE35-2044-A02F-1892301E183A}" type="presParOf" srcId="{72B649BE-FCC2-487C-921E-03FB341078E4}" destId="{F356D094-939A-4634-87D9-E9CBCD517F8E}" srcOrd="0" destOrd="0" presId="urn:microsoft.com/office/officeart/2018/2/layout/IconLabelList"/>
    <dgm:cxn modelId="{3E7E5096-1E86-E540-8B5E-4420B74374A2}" type="presParOf" srcId="{72B649BE-FCC2-487C-921E-03FB341078E4}" destId="{76E43C1A-6298-4857-83D9-6C1F507A55E2}" srcOrd="1" destOrd="0" presId="urn:microsoft.com/office/officeart/2018/2/layout/IconLabelList"/>
    <dgm:cxn modelId="{35A47D1C-B9D5-1A44-8DD4-5C90583D8062}" type="presParOf" srcId="{72B649BE-FCC2-487C-921E-03FB341078E4}" destId="{C4B66A1B-2904-4C40-AF95-16421503B34F}" srcOrd="2" destOrd="0" presId="urn:microsoft.com/office/officeart/2018/2/layout/IconLabelList"/>
    <dgm:cxn modelId="{ED6A027E-6F5E-4945-A353-D295C7212643}" type="presParOf" srcId="{37D4DD46-3EF7-4B3D-8446-E31D28FB2A1E}" destId="{195C4BD0-7FF3-42A3-A450-7645D2D886BC}" srcOrd="1" destOrd="0" presId="urn:microsoft.com/office/officeart/2018/2/layout/IconLabelList"/>
    <dgm:cxn modelId="{1CA6518F-99C9-5A49-A3A7-ED53C903B263}" type="presParOf" srcId="{37D4DD46-3EF7-4B3D-8446-E31D28FB2A1E}" destId="{5777828A-5F2E-44AF-938D-9D37B552D45E}" srcOrd="2" destOrd="0" presId="urn:microsoft.com/office/officeart/2018/2/layout/IconLabelList"/>
    <dgm:cxn modelId="{56ED506C-7CD7-2049-ACB2-D8EBB696BE37}" type="presParOf" srcId="{5777828A-5F2E-44AF-938D-9D37B552D45E}" destId="{41166E2D-420C-420B-94E2-21956089DD60}" srcOrd="0" destOrd="0" presId="urn:microsoft.com/office/officeart/2018/2/layout/IconLabelList"/>
    <dgm:cxn modelId="{5E165F6B-91F8-FA4F-B60C-A2001DA599ED}" type="presParOf" srcId="{5777828A-5F2E-44AF-938D-9D37B552D45E}" destId="{85D80548-C158-4E63-A2B6-6E73957EEB47}" srcOrd="1" destOrd="0" presId="urn:microsoft.com/office/officeart/2018/2/layout/IconLabelList"/>
    <dgm:cxn modelId="{EB6C0198-B9E3-DD44-9C9D-2FC7C0957F00}" type="presParOf" srcId="{5777828A-5F2E-44AF-938D-9D37B552D45E}" destId="{7317AF56-28B9-4359-BB4F-954B855309B4}" srcOrd="2" destOrd="0" presId="urn:microsoft.com/office/officeart/2018/2/layout/IconLabelList"/>
    <dgm:cxn modelId="{E7860774-0100-8943-9C84-D3F2B54C767A}" type="presParOf" srcId="{37D4DD46-3EF7-4B3D-8446-E31D28FB2A1E}" destId="{533DE5AA-5076-44F4-8D33-5C5E37118FAD}" srcOrd="3" destOrd="0" presId="urn:microsoft.com/office/officeart/2018/2/layout/IconLabelList"/>
    <dgm:cxn modelId="{8D579E0F-B999-C34D-BCD0-3BC4EAEDF415}" type="presParOf" srcId="{37D4DD46-3EF7-4B3D-8446-E31D28FB2A1E}" destId="{4B598A1E-81A5-47B2-8065-3F10FC6C0667}" srcOrd="4" destOrd="0" presId="urn:microsoft.com/office/officeart/2018/2/layout/IconLabelList"/>
    <dgm:cxn modelId="{55B6E57B-4F23-EA47-9379-39534FC87C91}" type="presParOf" srcId="{4B598A1E-81A5-47B2-8065-3F10FC6C0667}" destId="{6A08822D-3E10-4C9A-9F9B-51D08806A052}" srcOrd="0" destOrd="0" presId="urn:microsoft.com/office/officeart/2018/2/layout/IconLabelList"/>
    <dgm:cxn modelId="{FD4491A7-28AD-5645-A258-BE8D89538354}" type="presParOf" srcId="{4B598A1E-81A5-47B2-8065-3F10FC6C0667}" destId="{4AB71127-0BFE-4499-B522-D1B33D3440BE}" srcOrd="1" destOrd="0" presId="urn:microsoft.com/office/officeart/2018/2/layout/IconLabelList"/>
    <dgm:cxn modelId="{843C1D1D-C0D8-DF4F-9ACF-8F50DFF348E4}" type="presParOf" srcId="{4B598A1E-81A5-47B2-8065-3F10FC6C0667}" destId="{F280D093-64AC-4D23-9910-6D9D16EBB5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33034-3E53-4A8C-A25C-C28B2783DC1B}">
      <dsp:nvSpPr>
        <dsp:cNvPr id="0" name=""/>
        <dsp:cNvSpPr/>
      </dsp:nvSpPr>
      <dsp:spPr>
        <a:xfrm>
          <a:off x="0" y="2569"/>
          <a:ext cx="4737582" cy="13023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14652-6544-47D7-9298-FDA8A2DAC104}">
      <dsp:nvSpPr>
        <dsp:cNvPr id="0" name=""/>
        <dsp:cNvSpPr/>
      </dsp:nvSpPr>
      <dsp:spPr>
        <a:xfrm>
          <a:off x="393974" y="295608"/>
          <a:ext cx="716317" cy="7163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3501D-0132-4283-928D-DAFEFF359F26}">
      <dsp:nvSpPr>
        <dsp:cNvPr id="0" name=""/>
        <dsp:cNvSpPr/>
      </dsp:nvSpPr>
      <dsp:spPr>
        <a:xfrm>
          <a:off x="1504266" y="2569"/>
          <a:ext cx="3233315" cy="130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37" tIns="137837" rIns="137837" bIns="137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Alzheimer’s Disease is often diagnosed late</a:t>
          </a:r>
        </a:p>
      </dsp:txBody>
      <dsp:txXfrm>
        <a:off x="1504266" y="2569"/>
        <a:ext cx="3233315" cy="1302395"/>
      </dsp:txXfrm>
    </dsp:sp>
    <dsp:sp modelId="{9BD436B3-5781-4425-850A-3CC559EAE999}">
      <dsp:nvSpPr>
        <dsp:cNvPr id="0" name=""/>
        <dsp:cNvSpPr/>
      </dsp:nvSpPr>
      <dsp:spPr>
        <a:xfrm>
          <a:off x="0" y="1630563"/>
          <a:ext cx="4737582" cy="13023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B3873-2711-4E5C-834C-B3853B5DAEF8}">
      <dsp:nvSpPr>
        <dsp:cNvPr id="0" name=""/>
        <dsp:cNvSpPr/>
      </dsp:nvSpPr>
      <dsp:spPr>
        <a:xfrm>
          <a:off x="393974" y="1923602"/>
          <a:ext cx="716317" cy="7163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CE94E-D3B9-4D4A-B394-97936BD538C0}">
      <dsp:nvSpPr>
        <dsp:cNvPr id="0" name=""/>
        <dsp:cNvSpPr/>
      </dsp:nvSpPr>
      <dsp:spPr>
        <a:xfrm>
          <a:off x="1504266" y="1630563"/>
          <a:ext cx="3233315" cy="130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37" tIns="137837" rIns="137837" bIns="137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Late diagnosis reduces effectiveness of treatment</a:t>
          </a:r>
        </a:p>
      </dsp:txBody>
      <dsp:txXfrm>
        <a:off x="1504266" y="1630563"/>
        <a:ext cx="3233315" cy="1302395"/>
      </dsp:txXfrm>
    </dsp:sp>
    <dsp:sp modelId="{EF080EEB-E075-4400-9FC6-CF9FD6A87742}">
      <dsp:nvSpPr>
        <dsp:cNvPr id="0" name=""/>
        <dsp:cNvSpPr/>
      </dsp:nvSpPr>
      <dsp:spPr>
        <a:xfrm>
          <a:off x="0" y="3258557"/>
          <a:ext cx="4737582" cy="13023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94564-E765-4A55-810C-8FDCBF12BAB0}">
      <dsp:nvSpPr>
        <dsp:cNvPr id="0" name=""/>
        <dsp:cNvSpPr/>
      </dsp:nvSpPr>
      <dsp:spPr>
        <a:xfrm>
          <a:off x="393974" y="3551596"/>
          <a:ext cx="716317" cy="7163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9A938-16DF-44EF-9B1E-632F142621C2}">
      <dsp:nvSpPr>
        <dsp:cNvPr id="0" name=""/>
        <dsp:cNvSpPr/>
      </dsp:nvSpPr>
      <dsp:spPr>
        <a:xfrm>
          <a:off x="1504266" y="3258557"/>
          <a:ext cx="3233315" cy="130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37" tIns="137837" rIns="137837" bIns="137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Lack of scalable AI tools for early risk prediction</a:t>
          </a:r>
        </a:p>
      </dsp:txBody>
      <dsp:txXfrm>
        <a:off x="1504266" y="3258557"/>
        <a:ext cx="3233315" cy="1302395"/>
      </dsp:txXfrm>
    </dsp:sp>
    <dsp:sp modelId="{F43A61AE-89AC-4BDF-8BF4-AB7670D2DCCF}">
      <dsp:nvSpPr>
        <dsp:cNvPr id="0" name=""/>
        <dsp:cNvSpPr/>
      </dsp:nvSpPr>
      <dsp:spPr>
        <a:xfrm>
          <a:off x="0" y="4886552"/>
          <a:ext cx="4737582" cy="13023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85E8C-D57B-4712-97BE-EBA0988DD703}">
      <dsp:nvSpPr>
        <dsp:cNvPr id="0" name=""/>
        <dsp:cNvSpPr/>
      </dsp:nvSpPr>
      <dsp:spPr>
        <a:xfrm>
          <a:off x="393974" y="5179590"/>
          <a:ext cx="716317" cy="7163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85842-D13F-4FA2-B7C0-BF672472AB1B}">
      <dsp:nvSpPr>
        <dsp:cNvPr id="0" name=""/>
        <dsp:cNvSpPr/>
      </dsp:nvSpPr>
      <dsp:spPr>
        <a:xfrm>
          <a:off x="1504266" y="4886552"/>
          <a:ext cx="3233315" cy="130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37" tIns="137837" rIns="137837" bIns="137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Need for data‑driven clinical decision support</a:t>
          </a:r>
        </a:p>
      </dsp:txBody>
      <dsp:txXfrm>
        <a:off x="1504266" y="4886552"/>
        <a:ext cx="3233315" cy="13023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54FDE-6409-F140-A185-31F1D974E178}">
      <dsp:nvSpPr>
        <dsp:cNvPr id="0" name=""/>
        <dsp:cNvSpPr/>
      </dsp:nvSpPr>
      <dsp:spPr>
        <a:xfrm>
          <a:off x="0" y="1335020"/>
          <a:ext cx="500012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23952-ED14-6A4F-8DFB-660AD52EEEC2}">
      <dsp:nvSpPr>
        <dsp:cNvPr id="0" name=""/>
        <dsp:cNvSpPr/>
      </dsp:nvSpPr>
      <dsp:spPr>
        <a:xfrm>
          <a:off x="250006" y="1054580"/>
          <a:ext cx="3500086" cy="56087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Healthcare &amp; Medical Analytics</a:t>
          </a:r>
          <a:endParaRPr lang="en-US" sz="1900" kern="1200"/>
        </a:p>
      </dsp:txBody>
      <dsp:txXfrm>
        <a:off x="277386" y="1081960"/>
        <a:ext cx="3445326" cy="506119"/>
      </dsp:txXfrm>
    </dsp:sp>
    <dsp:sp modelId="{D02C60F2-EDC8-1640-8C41-E2E247C01BCF}">
      <dsp:nvSpPr>
        <dsp:cNvPr id="0" name=""/>
        <dsp:cNvSpPr/>
      </dsp:nvSpPr>
      <dsp:spPr>
        <a:xfrm>
          <a:off x="0" y="2196860"/>
          <a:ext cx="500012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ED825-4B4E-9C42-886F-111E105A24FC}">
      <dsp:nvSpPr>
        <dsp:cNvPr id="0" name=""/>
        <dsp:cNvSpPr/>
      </dsp:nvSpPr>
      <dsp:spPr>
        <a:xfrm>
          <a:off x="250006" y="1916420"/>
          <a:ext cx="3500086" cy="56087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- Geriatric Care</a:t>
          </a:r>
          <a:endParaRPr lang="en-US" sz="1900" kern="1200"/>
        </a:p>
      </dsp:txBody>
      <dsp:txXfrm>
        <a:off x="277386" y="1943800"/>
        <a:ext cx="3445326" cy="506119"/>
      </dsp:txXfrm>
    </dsp:sp>
    <dsp:sp modelId="{3FCD3BF5-AA56-CF41-96DE-53F808B90595}">
      <dsp:nvSpPr>
        <dsp:cNvPr id="0" name=""/>
        <dsp:cNvSpPr/>
      </dsp:nvSpPr>
      <dsp:spPr>
        <a:xfrm>
          <a:off x="0" y="3058700"/>
          <a:ext cx="500012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4EB01-FC19-E547-AB5E-5994AC4371AE}">
      <dsp:nvSpPr>
        <dsp:cNvPr id="0" name=""/>
        <dsp:cNvSpPr/>
      </dsp:nvSpPr>
      <dsp:spPr>
        <a:xfrm>
          <a:off x="250006" y="2778259"/>
          <a:ext cx="3500086" cy="56087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- Neurology</a:t>
          </a:r>
          <a:endParaRPr lang="en-US" sz="1900" kern="1200"/>
        </a:p>
      </dsp:txBody>
      <dsp:txXfrm>
        <a:off x="277386" y="2805639"/>
        <a:ext cx="3445326" cy="506119"/>
      </dsp:txXfrm>
    </dsp:sp>
    <dsp:sp modelId="{2C573520-DC1E-EB49-A4BC-CB0CEA9B47A8}">
      <dsp:nvSpPr>
        <dsp:cNvPr id="0" name=""/>
        <dsp:cNvSpPr/>
      </dsp:nvSpPr>
      <dsp:spPr>
        <a:xfrm>
          <a:off x="0" y="3920539"/>
          <a:ext cx="5000124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23589-8FF0-204B-913B-0924B332D120}">
      <dsp:nvSpPr>
        <dsp:cNvPr id="0" name=""/>
        <dsp:cNvSpPr/>
      </dsp:nvSpPr>
      <dsp:spPr>
        <a:xfrm>
          <a:off x="250006" y="3640100"/>
          <a:ext cx="3500086" cy="56087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- Preventive Medicine</a:t>
          </a:r>
          <a:endParaRPr lang="en-US" sz="1900" kern="1200"/>
        </a:p>
      </dsp:txBody>
      <dsp:txXfrm>
        <a:off x="277386" y="3667480"/>
        <a:ext cx="3445326" cy="506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48F7-7C9B-C24E-8ECE-1494A7E72CB7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69898-894E-3A47-B0EA-066347837D1A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AI‑driven predictive analytics system</a:t>
          </a:r>
        </a:p>
      </dsp:txBody>
      <dsp:txXfrm>
        <a:off x="0" y="0"/>
        <a:ext cx="5175384" cy="1384035"/>
      </dsp:txXfrm>
    </dsp:sp>
    <dsp:sp modelId="{0DB546DE-B093-2F4E-AE18-5CF3BAAA6649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F4E10-4E49-214F-93F9-C63E3EE510C8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Uses demographic, medical, lifestyle and cognitive data</a:t>
          </a:r>
        </a:p>
      </dsp:txBody>
      <dsp:txXfrm>
        <a:off x="0" y="1384035"/>
        <a:ext cx="5175384" cy="1384035"/>
      </dsp:txXfrm>
    </dsp:sp>
    <dsp:sp modelId="{51E536E3-0727-9544-9103-42BEF7BB7D4B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D4331-3759-AC4C-B02D-88CB4DE5629B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Machine learning predicts Alzheimer’s risk</a:t>
          </a:r>
        </a:p>
      </dsp:txBody>
      <dsp:txXfrm>
        <a:off x="0" y="2768070"/>
        <a:ext cx="5175384" cy="1384035"/>
      </dsp:txXfrm>
    </dsp:sp>
    <dsp:sp modelId="{53692555-3A52-7347-A3F6-A818678776D7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BD14A-7E0D-F643-8200-41FAC6B02811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Generates risk classification for clinicians</a:t>
          </a:r>
        </a:p>
      </dsp:txBody>
      <dsp:txXfrm>
        <a:off x="0" y="4152105"/>
        <a:ext cx="5175384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C7DFC-9F14-4809-BDDD-656F6246BEA8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672B9-D674-40BA-9330-6038184E6760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1CA23-BFAF-43D9-A1DE-D42EA4765437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Develop a reliable and interpretable AI model that predicts Alzheimer’s Disease risk using patient health and cognitive data.</a:t>
          </a:r>
          <a:endParaRPr lang="en-US" sz="2300" kern="1200"/>
        </a:p>
      </dsp:txBody>
      <dsp:txXfrm>
        <a:off x="1568246" y="735468"/>
        <a:ext cx="6661353" cy="1357788"/>
      </dsp:txXfrm>
    </dsp:sp>
    <dsp:sp modelId="{CC4E0DA0-49D7-495F-BD68-4A1D0080D212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40E0CE-964A-4106-84E2-985A684B158F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D12F6-46AA-46D0-8581-D3D27D4DB749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Support early detection and improve clinical decision‑making.</a:t>
          </a:r>
          <a:endParaRPr lang="en-US" sz="2300" kern="1200"/>
        </a:p>
      </dsp:txBody>
      <dsp:txXfrm>
        <a:off x="1568246" y="2432705"/>
        <a:ext cx="6661353" cy="1357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56130-BEB7-405B-BC14-F617258B87AB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45F1C-BFA9-4833-9546-52FB02F3DC9B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E9BC2-BF94-4A08-97C1-49291A556587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• Build a machine learning model with at least 80% accuracy.</a:t>
          </a:r>
          <a:endParaRPr lang="en-US" sz="1900" kern="1200"/>
        </a:p>
      </dsp:txBody>
      <dsp:txXfrm>
        <a:off x="869886" y="3535"/>
        <a:ext cx="7359713" cy="753148"/>
      </dsp:txXfrm>
    </dsp:sp>
    <dsp:sp modelId="{14BF0B15-99FE-4ADE-85F8-9EB5A5597212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2E783-0CDE-4B25-867C-34A6A39CCA8D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53CC7-053C-4418-81AB-2A86D9CB80C2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• Identify key risk factors using feature importance.</a:t>
          </a:r>
          <a:endParaRPr lang="en-US" sz="1900" kern="1200"/>
        </a:p>
      </dsp:txBody>
      <dsp:txXfrm>
        <a:off x="869886" y="944971"/>
        <a:ext cx="7359713" cy="753148"/>
      </dsp:txXfrm>
    </dsp:sp>
    <dsp:sp modelId="{DA59831B-FCD6-4147-852E-C333C0C558C2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4FD63-53D3-4C5F-8119-72F8C3B2CAA3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C29E7-32EB-4B0A-8D49-B04B23061934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• Evaluate models using Accuracy, Precision, Recall, F1‑Score, ROC‑AUC.</a:t>
          </a:r>
          <a:endParaRPr lang="en-US" sz="1900" kern="1200"/>
        </a:p>
      </dsp:txBody>
      <dsp:txXfrm>
        <a:off x="869886" y="1886407"/>
        <a:ext cx="7359713" cy="753148"/>
      </dsp:txXfrm>
    </dsp:sp>
    <dsp:sp modelId="{7CF41440-CFE1-4E7F-8D86-5CECF78708FA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FE979-14DA-474B-AE1C-8A4B4539C37E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4232B-B215-4DD6-8F2C-E2F4731A9AA0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• Ensure model interpretability.</a:t>
          </a:r>
          <a:endParaRPr lang="en-US" sz="1900" kern="1200"/>
        </a:p>
      </dsp:txBody>
      <dsp:txXfrm>
        <a:off x="869886" y="2827842"/>
        <a:ext cx="7359713" cy="753148"/>
      </dsp:txXfrm>
    </dsp:sp>
    <dsp:sp modelId="{74213AD4-BE4B-49DC-B6F2-F37AF39CADCE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90C24-216F-4F2F-92C9-65E06CEA8108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0B809-6F28-45E8-8301-8B02300227A0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• Align predictions with clinical indicators like MMSE and ADL.</a:t>
          </a:r>
          <a:endParaRPr lang="en-US" sz="1900" kern="1200"/>
        </a:p>
      </dsp:txBody>
      <dsp:txXfrm>
        <a:off x="869886" y="3769278"/>
        <a:ext cx="7359713" cy="7531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976B5-6299-40CA-B052-D917D5CFF0F0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6173D-BF63-442A-9B6E-036704FF6CCC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9683C-9FAA-4EEE-9F32-EBE3D54C207B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Alzheimer’s Disease Dataset (Kaggle)</a:t>
          </a:r>
        </a:p>
      </dsp:txBody>
      <dsp:txXfrm>
        <a:off x="1099610" y="1878"/>
        <a:ext cx="7129989" cy="952043"/>
      </dsp:txXfrm>
    </dsp:sp>
    <dsp:sp modelId="{51D8F55D-DDB3-4105-A4FD-6E79965DAE25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ED1EA-FD1A-47DF-9158-4123682AFFB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28D42-59A6-4624-8318-4EC594868388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Includes demographic, medical and lifestyle features</a:t>
          </a:r>
        </a:p>
      </dsp:txBody>
      <dsp:txXfrm>
        <a:off x="1099610" y="1191932"/>
        <a:ext cx="7129989" cy="952043"/>
      </dsp:txXfrm>
    </dsp:sp>
    <dsp:sp modelId="{441E0B76-0FB0-4EE4-9A16-CA6870B45B00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783AE-9868-41FA-A19A-8C51D5323A73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C70B1-D431-4002-A521-B110B9F546A8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Cognitive indicators such as MMSE and ADL</a:t>
          </a:r>
        </a:p>
      </dsp:txBody>
      <dsp:txXfrm>
        <a:off x="1099610" y="2381986"/>
        <a:ext cx="7129989" cy="952043"/>
      </dsp:txXfrm>
    </dsp:sp>
    <dsp:sp modelId="{99B38454-1188-4F8B-BEC5-37BE332D46DA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466F8-7B61-4201-A45B-DA7B5F0AF8B0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0E221-8E87-427B-9E13-F1AE4DD9AB08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Binary target variable: Alzheimer diagnosis</a:t>
          </a:r>
        </a:p>
      </dsp:txBody>
      <dsp:txXfrm>
        <a:off x="1099610" y="3572041"/>
        <a:ext cx="7129989" cy="9520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12DF2-CB5F-491F-910D-50FD4FF5F716}">
      <dsp:nvSpPr>
        <dsp:cNvPr id="0" name=""/>
        <dsp:cNvSpPr/>
      </dsp:nvSpPr>
      <dsp:spPr>
        <a:xfrm>
          <a:off x="696676" y="377644"/>
          <a:ext cx="1047331" cy="10473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DC9CA-EA40-4267-B945-57F9B053F48D}">
      <dsp:nvSpPr>
        <dsp:cNvPr id="0" name=""/>
        <dsp:cNvSpPr/>
      </dsp:nvSpPr>
      <dsp:spPr>
        <a:xfrm>
          <a:off x="56640" y="1757145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Logistic Regression (Baseline)</a:t>
          </a:r>
        </a:p>
      </dsp:txBody>
      <dsp:txXfrm>
        <a:off x="56640" y="1757145"/>
        <a:ext cx="2327403" cy="720000"/>
      </dsp:txXfrm>
    </dsp:sp>
    <dsp:sp modelId="{6B274EEB-6116-43A4-84C3-74F38189E00F}">
      <dsp:nvSpPr>
        <dsp:cNvPr id="0" name=""/>
        <dsp:cNvSpPr/>
      </dsp:nvSpPr>
      <dsp:spPr>
        <a:xfrm>
          <a:off x="3431375" y="377644"/>
          <a:ext cx="1047331" cy="10473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DC23B-AA8D-413A-92F0-9061B50A9CDD}">
      <dsp:nvSpPr>
        <dsp:cNvPr id="0" name=""/>
        <dsp:cNvSpPr/>
      </dsp:nvSpPr>
      <dsp:spPr>
        <a:xfrm>
          <a:off x="2791339" y="1757145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Random Forest</a:t>
          </a:r>
        </a:p>
      </dsp:txBody>
      <dsp:txXfrm>
        <a:off x="2791339" y="1757145"/>
        <a:ext cx="2327403" cy="720000"/>
      </dsp:txXfrm>
    </dsp:sp>
    <dsp:sp modelId="{FE948E39-D41A-43B1-B4C8-623DC40F1D67}">
      <dsp:nvSpPr>
        <dsp:cNvPr id="0" name=""/>
        <dsp:cNvSpPr/>
      </dsp:nvSpPr>
      <dsp:spPr>
        <a:xfrm>
          <a:off x="696676" y="3058995"/>
          <a:ext cx="1047331" cy="10473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E269F-F76C-4D48-BFD8-B189776A73CD}">
      <dsp:nvSpPr>
        <dsp:cNvPr id="0" name=""/>
        <dsp:cNvSpPr/>
      </dsp:nvSpPr>
      <dsp:spPr>
        <a:xfrm>
          <a:off x="56640" y="4438496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Gradient Boosting</a:t>
          </a:r>
        </a:p>
      </dsp:txBody>
      <dsp:txXfrm>
        <a:off x="56640" y="4438496"/>
        <a:ext cx="2327403" cy="720000"/>
      </dsp:txXfrm>
    </dsp:sp>
    <dsp:sp modelId="{AF431D48-CA1A-44AA-B94B-D24FD65617D5}">
      <dsp:nvSpPr>
        <dsp:cNvPr id="0" name=""/>
        <dsp:cNvSpPr/>
      </dsp:nvSpPr>
      <dsp:spPr>
        <a:xfrm>
          <a:off x="3431375" y="3058995"/>
          <a:ext cx="1047331" cy="10473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FCF01-CA32-47BF-A83D-834877B8811B}">
      <dsp:nvSpPr>
        <dsp:cNvPr id="0" name=""/>
        <dsp:cNvSpPr/>
      </dsp:nvSpPr>
      <dsp:spPr>
        <a:xfrm>
          <a:off x="2791339" y="4438496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K‑Nearest Neighbors (KNN)</a:t>
          </a:r>
        </a:p>
      </dsp:txBody>
      <dsp:txXfrm>
        <a:off x="2791339" y="4438496"/>
        <a:ext cx="2327403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6DDCC-5FB6-47E0-8D00-45BA15E12C36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CE66B-339B-4E22-8F70-BFA22D8352D1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5505B-F49C-474A-8839-12927B4A5E42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Data ingestion</a:t>
          </a:r>
        </a:p>
      </dsp:txBody>
      <dsp:txXfrm>
        <a:off x="228784" y="1313725"/>
        <a:ext cx="1641796" cy="656718"/>
      </dsp:txXfrm>
    </dsp:sp>
    <dsp:sp modelId="{4ACB6F69-DED1-493C-B71A-755060640422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8A470-1127-43CE-9765-C22E128C5118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E7CB2-9B76-410F-A974-F262E0F373CD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Data preprocessing </a:t>
          </a:r>
        </a:p>
      </dsp:txBody>
      <dsp:txXfrm>
        <a:off x="2157895" y="1313725"/>
        <a:ext cx="1641796" cy="656718"/>
      </dsp:txXfrm>
    </dsp:sp>
    <dsp:sp modelId="{699719DC-9603-46CB-80C1-6FDFBADBB6D4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F5FA0-2CD3-4709-9422-91072EEA2CE9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7464B-4062-4604-80AD-496E5F12C385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Feature engineering </a:t>
          </a:r>
        </a:p>
      </dsp:txBody>
      <dsp:txXfrm>
        <a:off x="4087007" y="1313725"/>
        <a:ext cx="1641796" cy="656718"/>
      </dsp:txXfrm>
    </dsp:sp>
    <dsp:sp modelId="{3919875D-29C9-48ED-9E08-3012EBA3E868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0600F-C2B7-46E2-9504-1D09ABF18680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D15FD-D29E-4D39-BE99-E80DC6953B8F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Model training </a:t>
          </a:r>
        </a:p>
      </dsp:txBody>
      <dsp:txXfrm>
        <a:off x="6016118" y="1313725"/>
        <a:ext cx="1641796" cy="656718"/>
      </dsp:txXfrm>
    </dsp:sp>
    <dsp:sp modelId="{F544024A-51E7-4C33-B4AF-8738565C0643}">
      <dsp:nvSpPr>
        <dsp:cNvPr id="0" name=""/>
        <dsp:cNvSpPr/>
      </dsp:nvSpPr>
      <dsp:spPr>
        <a:xfrm>
          <a:off x="1513490" y="2380893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CC237-D126-428E-BF22-A146A1CAE2C6}">
      <dsp:nvSpPr>
        <dsp:cNvPr id="0" name=""/>
        <dsp:cNvSpPr/>
      </dsp:nvSpPr>
      <dsp:spPr>
        <a:xfrm>
          <a:off x="1726924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8B224-22D5-4B2F-AD86-9BAF0229182E}">
      <dsp:nvSpPr>
        <dsp:cNvPr id="0" name=""/>
        <dsp:cNvSpPr/>
      </dsp:nvSpPr>
      <dsp:spPr>
        <a:xfrm>
          <a:off x="1193340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Model evaluation </a:t>
          </a:r>
        </a:p>
      </dsp:txBody>
      <dsp:txXfrm>
        <a:off x="1193340" y="3694331"/>
        <a:ext cx="1641796" cy="656718"/>
      </dsp:txXfrm>
    </dsp:sp>
    <dsp:sp modelId="{43D0CD02-3541-4068-A1D9-0FFF86435D32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C91D2-7BEE-48F6-B699-4CD97E4E5005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5FAC0-EF20-4E75-9123-DCE3D46F4200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Model explainability (SHAP)</a:t>
          </a:r>
        </a:p>
      </dsp:txBody>
      <dsp:txXfrm>
        <a:off x="3122451" y="3694331"/>
        <a:ext cx="1641796" cy="656718"/>
      </dsp:txXfrm>
    </dsp:sp>
    <dsp:sp modelId="{3A39D192-E9CF-4B08-9B3D-528F6151A609}">
      <dsp:nvSpPr>
        <dsp:cNvPr id="0" name=""/>
        <dsp:cNvSpPr/>
      </dsp:nvSpPr>
      <dsp:spPr>
        <a:xfrm>
          <a:off x="5371713" y="2380893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133F8-02D9-4A73-BE72-8364E6141435}">
      <dsp:nvSpPr>
        <dsp:cNvPr id="0" name=""/>
        <dsp:cNvSpPr/>
      </dsp:nvSpPr>
      <dsp:spPr>
        <a:xfrm>
          <a:off x="5585146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FEF9C-8590-48FA-B6D9-AD4D271FE420}">
      <dsp:nvSpPr>
        <dsp:cNvPr id="0" name=""/>
        <dsp:cNvSpPr/>
      </dsp:nvSpPr>
      <dsp:spPr>
        <a:xfrm>
          <a:off x="5051562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Risk Prediction Output</a:t>
          </a:r>
        </a:p>
      </dsp:txBody>
      <dsp:txXfrm>
        <a:off x="5051562" y="3694331"/>
        <a:ext cx="1641796" cy="6567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57E45-C469-F042-87D6-3380423EBD7A}">
      <dsp:nvSpPr>
        <dsp:cNvPr id="0" name=""/>
        <dsp:cNvSpPr/>
      </dsp:nvSpPr>
      <dsp:spPr>
        <a:xfrm>
          <a:off x="0" y="4915819"/>
          <a:ext cx="1250031" cy="53793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Predict</a:t>
          </a:r>
        </a:p>
      </dsp:txBody>
      <dsp:txXfrm>
        <a:off x="0" y="4915819"/>
        <a:ext cx="1250031" cy="537935"/>
      </dsp:txXfrm>
    </dsp:sp>
    <dsp:sp modelId="{4D98AB08-649B-0441-B147-F235A0552B8F}">
      <dsp:nvSpPr>
        <dsp:cNvPr id="0" name=""/>
        <dsp:cNvSpPr/>
      </dsp:nvSpPr>
      <dsp:spPr>
        <a:xfrm>
          <a:off x="1250031" y="4915819"/>
          <a:ext cx="3750093" cy="5379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Predict risk for new patient</a:t>
          </a:r>
        </a:p>
      </dsp:txBody>
      <dsp:txXfrm>
        <a:off x="1250031" y="4915819"/>
        <a:ext cx="3750093" cy="537935"/>
      </dsp:txXfrm>
    </dsp:sp>
    <dsp:sp modelId="{4EF20EC9-DC93-8A4E-9EBB-76BA0CDBE34E}">
      <dsp:nvSpPr>
        <dsp:cNvPr id="0" name=""/>
        <dsp:cNvSpPr/>
      </dsp:nvSpPr>
      <dsp:spPr>
        <a:xfrm rot="10800000">
          <a:off x="0" y="4096543"/>
          <a:ext cx="1250031" cy="8273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Explain</a:t>
          </a:r>
        </a:p>
      </dsp:txBody>
      <dsp:txXfrm rot="-10800000">
        <a:off x="0" y="4096543"/>
        <a:ext cx="1250031" cy="537774"/>
      </dsp:txXfrm>
    </dsp:sp>
    <dsp:sp modelId="{6A07291B-4124-0543-9AB5-EA0DD241655A}">
      <dsp:nvSpPr>
        <dsp:cNvPr id="0" name=""/>
        <dsp:cNvSpPr/>
      </dsp:nvSpPr>
      <dsp:spPr>
        <a:xfrm>
          <a:off x="1250031" y="4096543"/>
          <a:ext cx="3750093" cy="53777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Explain predictions </a:t>
          </a:r>
        </a:p>
      </dsp:txBody>
      <dsp:txXfrm>
        <a:off x="1250031" y="4096543"/>
        <a:ext cx="3750093" cy="537774"/>
      </dsp:txXfrm>
    </dsp:sp>
    <dsp:sp modelId="{69C4D4E1-AE67-F947-9884-C8DB163351A3}">
      <dsp:nvSpPr>
        <dsp:cNvPr id="0" name=""/>
        <dsp:cNvSpPr/>
      </dsp:nvSpPr>
      <dsp:spPr>
        <a:xfrm rot="10800000">
          <a:off x="0" y="3277267"/>
          <a:ext cx="1250031" cy="8273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Select</a:t>
          </a:r>
        </a:p>
      </dsp:txBody>
      <dsp:txXfrm rot="-10800000">
        <a:off x="0" y="3277267"/>
        <a:ext cx="1250031" cy="537774"/>
      </dsp:txXfrm>
    </dsp:sp>
    <dsp:sp modelId="{37D6D4A0-E25E-914E-9FB2-CE25A4345FD7}">
      <dsp:nvSpPr>
        <dsp:cNvPr id="0" name=""/>
        <dsp:cNvSpPr/>
      </dsp:nvSpPr>
      <dsp:spPr>
        <a:xfrm>
          <a:off x="1250031" y="3277267"/>
          <a:ext cx="3750093" cy="53777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Select best model </a:t>
          </a:r>
        </a:p>
      </dsp:txBody>
      <dsp:txXfrm>
        <a:off x="1250031" y="3277267"/>
        <a:ext cx="3750093" cy="537774"/>
      </dsp:txXfrm>
    </dsp:sp>
    <dsp:sp modelId="{CA11EA65-04BB-DE4D-AB76-5C2DCC4F7C2C}">
      <dsp:nvSpPr>
        <dsp:cNvPr id="0" name=""/>
        <dsp:cNvSpPr/>
      </dsp:nvSpPr>
      <dsp:spPr>
        <a:xfrm rot="10800000">
          <a:off x="0" y="2457992"/>
          <a:ext cx="1250031" cy="8273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Evaluate</a:t>
          </a:r>
        </a:p>
      </dsp:txBody>
      <dsp:txXfrm rot="-10800000">
        <a:off x="0" y="2457992"/>
        <a:ext cx="1250031" cy="537774"/>
      </dsp:txXfrm>
    </dsp:sp>
    <dsp:sp modelId="{5245F5E7-BFB7-F44C-8B1B-02E13372F415}">
      <dsp:nvSpPr>
        <dsp:cNvPr id="0" name=""/>
        <dsp:cNvSpPr/>
      </dsp:nvSpPr>
      <dsp:spPr>
        <a:xfrm>
          <a:off x="1250031" y="2457992"/>
          <a:ext cx="3750093" cy="53777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Evaluate models </a:t>
          </a:r>
        </a:p>
      </dsp:txBody>
      <dsp:txXfrm>
        <a:off x="1250031" y="2457992"/>
        <a:ext cx="3750093" cy="537774"/>
      </dsp:txXfrm>
    </dsp:sp>
    <dsp:sp modelId="{236BAF2F-C43F-ED4D-9044-90C41E4E0F35}">
      <dsp:nvSpPr>
        <dsp:cNvPr id="0" name=""/>
        <dsp:cNvSpPr/>
      </dsp:nvSpPr>
      <dsp:spPr>
        <a:xfrm rot="10800000">
          <a:off x="0" y="1638716"/>
          <a:ext cx="1250031" cy="8273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Train</a:t>
          </a:r>
        </a:p>
      </dsp:txBody>
      <dsp:txXfrm rot="-10800000">
        <a:off x="0" y="1638716"/>
        <a:ext cx="1250031" cy="537774"/>
      </dsp:txXfrm>
    </dsp:sp>
    <dsp:sp modelId="{1E3D88A8-0F2F-8D45-89B7-E5F8D143F9FA}">
      <dsp:nvSpPr>
        <dsp:cNvPr id="0" name=""/>
        <dsp:cNvSpPr/>
      </dsp:nvSpPr>
      <dsp:spPr>
        <a:xfrm>
          <a:off x="1250031" y="1638716"/>
          <a:ext cx="3750093" cy="537774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Train ml models </a:t>
          </a:r>
        </a:p>
      </dsp:txBody>
      <dsp:txXfrm>
        <a:off x="1250031" y="1638716"/>
        <a:ext cx="3750093" cy="537774"/>
      </dsp:txXfrm>
    </dsp:sp>
    <dsp:sp modelId="{16BF8D25-5BBB-EB4F-B916-8247DC7FD1D2}">
      <dsp:nvSpPr>
        <dsp:cNvPr id="0" name=""/>
        <dsp:cNvSpPr/>
      </dsp:nvSpPr>
      <dsp:spPr>
        <a:xfrm rot="10800000">
          <a:off x="0" y="819440"/>
          <a:ext cx="1250031" cy="8273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Clean and prepare</a:t>
          </a:r>
        </a:p>
      </dsp:txBody>
      <dsp:txXfrm rot="-10800000">
        <a:off x="0" y="819440"/>
        <a:ext cx="1250031" cy="537774"/>
      </dsp:txXfrm>
    </dsp:sp>
    <dsp:sp modelId="{E868D5EF-0FFA-8741-8FEA-5D38E6E68584}">
      <dsp:nvSpPr>
        <dsp:cNvPr id="0" name=""/>
        <dsp:cNvSpPr/>
      </dsp:nvSpPr>
      <dsp:spPr>
        <a:xfrm>
          <a:off x="1250031" y="819440"/>
          <a:ext cx="3750093" cy="53777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Clean and prepare data </a:t>
          </a:r>
        </a:p>
      </dsp:txBody>
      <dsp:txXfrm>
        <a:off x="1250031" y="819440"/>
        <a:ext cx="3750093" cy="537774"/>
      </dsp:txXfrm>
    </dsp:sp>
    <dsp:sp modelId="{07005A7F-E32D-504C-B74F-C6E8F949C084}">
      <dsp:nvSpPr>
        <dsp:cNvPr id="0" name=""/>
        <dsp:cNvSpPr/>
      </dsp:nvSpPr>
      <dsp:spPr>
        <a:xfrm rot="10800000">
          <a:off x="0" y="165"/>
          <a:ext cx="1250031" cy="82734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92456" rIns="88902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Collect</a:t>
          </a:r>
        </a:p>
      </dsp:txBody>
      <dsp:txXfrm rot="-10800000">
        <a:off x="0" y="165"/>
        <a:ext cx="1250031" cy="537774"/>
      </dsp:txXfrm>
    </dsp:sp>
    <dsp:sp modelId="{47253444-E849-DC4E-B613-E949857C6809}">
      <dsp:nvSpPr>
        <dsp:cNvPr id="0" name=""/>
        <dsp:cNvSpPr/>
      </dsp:nvSpPr>
      <dsp:spPr>
        <a:xfrm>
          <a:off x="1250031" y="165"/>
          <a:ext cx="3750093" cy="53777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165100" rIns="76070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Collect patient data </a:t>
          </a:r>
        </a:p>
      </dsp:txBody>
      <dsp:txXfrm>
        <a:off x="1250031" y="165"/>
        <a:ext cx="3750093" cy="5377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0EA98-4DF4-7644-A0BD-B2EA0CAE65D5}">
      <dsp:nvSpPr>
        <dsp:cNvPr id="0" name=""/>
        <dsp:cNvSpPr/>
      </dsp:nvSpPr>
      <dsp:spPr>
        <a:xfrm>
          <a:off x="0" y="603"/>
          <a:ext cx="43103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885D8-2AF2-0542-8003-0BB97ED62F9E}">
      <dsp:nvSpPr>
        <dsp:cNvPr id="0" name=""/>
        <dsp:cNvSpPr/>
      </dsp:nvSpPr>
      <dsp:spPr>
        <a:xfrm>
          <a:off x="0" y="603"/>
          <a:ext cx="4310314" cy="98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• Accuracy</a:t>
          </a:r>
        </a:p>
      </dsp:txBody>
      <dsp:txXfrm>
        <a:off x="0" y="603"/>
        <a:ext cx="4310314" cy="989322"/>
      </dsp:txXfrm>
    </dsp:sp>
    <dsp:sp modelId="{42A8E1FB-F22D-DA48-BEE3-104443651261}">
      <dsp:nvSpPr>
        <dsp:cNvPr id="0" name=""/>
        <dsp:cNvSpPr/>
      </dsp:nvSpPr>
      <dsp:spPr>
        <a:xfrm>
          <a:off x="0" y="989925"/>
          <a:ext cx="431031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31A8C-845C-5F42-994A-1A3AA7872156}">
      <dsp:nvSpPr>
        <dsp:cNvPr id="0" name=""/>
        <dsp:cNvSpPr/>
      </dsp:nvSpPr>
      <dsp:spPr>
        <a:xfrm>
          <a:off x="0" y="989925"/>
          <a:ext cx="4310314" cy="98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• Precision</a:t>
          </a:r>
        </a:p>
      </dsp:txBody>
      <dsp:txXfrm>
        <a:off x="0" y="989925"/>
        <a:ext cx="4310314" cy="989322"/>
      </dsp:txXfrm>
    </dsp:sp>
    <dsp:sp modelId="{7325AE6D-5E5C-0140-8A2F-DD64AD95828A}">
      <dsp:nvSpPr>
        <dsp:cNvPr id="0" name=""/>
        <dsp:cNvSpPr/>
      </dsp:nvSpPr>
      <dsp:spPr>
        <a:xfrm>
          <a:off x="0" y="1979247"/>
          <a:ext cx="43103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85CDA-1590-C149-84F0-E9749D2D5348}">
      <dsp:nvSpPr>
        <dsp:cNvPr id="0" name=""/>
        <dsp:cNvSpPr/>
      </dsp:nvSpPr>
      <dsp:spPr>
        <a:xfrm>
          <a:off x="0" y="1979247"/>
          <a:ext cx="4310314" cy="98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• Recall</a:t>
          </a:r>
        </a:p>
      </dsp:txBody>
      <dsp:txXfrm>
        <a:off x="0" y="1979247"/>
        <a:ext cx="4310314" cy="989322"/>
      </dsp:txXfrm>
    </dsp:sp>
    <dsp:sp modelId="{4DF708DF-B66B-C341-AD35-4A6DE72DA5C7}">
      <dsp:nvSpPr>
        <dsp:cNvPr id="0" name=""/>
        <dsp:cNvSpPr/>
      </dsp:nvSpPr>
      <dsp:spPr>
        <a:xfrm>
          <a:off x="0" y="2968570"/>
          <a:ext cx="43103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41D25-FBC5-9741-9B97-5622CF3D316E}">
      <dsp:nvSpPr>
        <dsp:cNvPr id="0" name=""/>
        <dsp:cNvSpPr/>
      </dsp:nvSpPr>
      <dsp:spPr>
        <a:xfrm>
          <a:off x="0" y="2968570"/>
          <a:ext cx="4310314" cy="98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• F1 Score</a:t>
          </a:r>
        </a:p>
      </dsp:txBody>
      <dsp:txXfrm>
        <a:off x="0" y="2968570"/>
        <a:ext cx="4310314" cy="989322"/>
      </dsp:txXfrm>
    </dsp:sp>
    <dsp:sp modelId="{8432E097-94F9-2547-B780-84AB8DB142B4}">
      <dsp:nvSpPr>
        <dsp:cNvPr id="0" name=""/>
        <dsp:cNvSpPr/>
      </dsp:nvSpPr>
      <dsp:spPr>
        <a:xfrm>
          <a:off x="0" y="3957892"/>
          <a:ext cx="431031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8CC49-9D3F-2D4D-B600-F700C14509F2}">
      <dsp:nvSpPr>
        <dsp:cNvPr id="0" name=""/>
        <dsp:cNvSpPr/>
      </dsp:nvSpPr>
      <dsp:spPr>
        <a:xfrm>
          <a:off x="0" y="3957892"/>
          <a:ext cx="4310314" cy="989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• ROC‑AUC</a:t>
          </a:r>
        </a:p>
      </dsp:txBody>
      <dsp:txXfrm>
        <a:off x="0" y="3957892"/>
        <a:ext cx="4310314" cy="98932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4D04A-690E-446A-B2D0-EBC9A1326AC1}">
      <dsp:nvSpPr>
        <dsp:cNvPr id="0" name=""/>
        <dsp:cNvSpPr/>
      </dsp:nvSpPr>
      <dsp:spPr>
        <a:xfrm>
          <a:off x="275419" y="896050"/>
          <a:ext cx="854595" cy="85459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9F80F-91A0-4115-B6A2-9E82275F8EAE}">
      <dsp:nvSpPr>
        <dsp:cNvPr id="0" name=""/>
        <dsp:cNvSpPr/>
      </dsp:nvSpPr>
      <dsp:spPr>
        <a:xfrm>
          <a:off x="457546" y="1078177"/>
          <a:ext cx="490341" cy="4903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8CE8D-8352-497E-89D9-5C313CC78A01}">
      <dsp:nvSpPr>
        <dsp:cNvPr id="0" name=""/>
        <dsp:cNvSpPr/>
      </dsp:nvSpPr>
      <dsp:spPr>
        <a:xfrm>
          <a:off x="2229" y="2016831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Python</a:t>
          </a:r>
        </a:p>
      </dsp:txBody>
      <dsp:txXfrm>
        <a:off x="2229" y="2016831"/>
        <a:ext cx="1400976" cy="560390"/>
      </dsp:txXfrm>
    </dsp:sp>
    <dsp:sp modelId="{1DED943C-1620-4BA8-A89C-ECF1208FEA53}">
      <dsp:nvSpPr>
        <dsp:cNvPr id="0" name=""/>
        <dsp:cNvSpPr/>
      </dsp:nvSpPr>
      <dsp:spPr>
        <a:xfrm>
          <a:off x="1921567" y="896050"/>
          <a:ext cx="854595" cy="85459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DA4B5-26A7-462A-AAB4-450AA5EF13E2}">
      <dsp:nvSpPr>
        <dsp:cNvPr id="0" name=""/>
        <dsp:cNvSpPr/>
      </dsp:nvSpPr>
      <dsp:spPr>
        <a:xfrm>
          <a:off x="2103694" y="1078177"/>
          <a:ext cx="490341" cy="4903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210CD-1441-4550-9E34-1D2F2AF6E87E}">
      <dsp:nvSpPr>
        <dsp:cNvPr id="0" name=""/>
        <dsp:cNvSpPr/>
      </dsp:nvSpPr>
      <dsp:spPr>
        <a:xfrm>
          <a:off x="1648376" y="2016831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Pandas, NumPy, Scikit‑learn</a:t>
          </a:r>
        </a:p>
      </dsp:txBody>
      <dsp:txXfrm>
        <a:off x="1648376" y="2016831"/>
        <a:ext cx="1400976" cy="560390"/>
      </dsp:txXfrm>
    </dsp:sp>
    <dsp:sp modelId="{D23B3D1D-6DF8-4B5F-8710-1F14AAA78BC8}">
      <dsp:nvSpPr>
        <dsp:cNvPr id="0" name=""/>
        <dsp:cNvSpPr/>
      </dsp:nvSpPr>
      <dsp:spPr>
        <a:xfrm>
          <a:off x="3567714" y="896050"/>
          <a:ext cx="854595" cy="8545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27A-A9B1-47D0-A207-21DEDC63A509}">
      <dsp:nvSpPr>
        <dsp:cNvPr id="0" name=""/>
        <dsp:cNvSpPr/>
      </dsp:nvSpPr>
      <dsp:spPr>
        <a:xfrm>
          <a:off x="3749841" y="1078177"/>
          <a:ext cx="490341" cy="4903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C052C-8443-4F47-9A9E-12CD833D3155}">
      <dsp:nvSpPr>
        <dsp:cNvPr id="0" name=""/>
        <dsp:cNvSpPr/>
      </dsp:nvSpPr>
      <dsp:spPr>
        <a:xfrm>
          <a:off x="3294524" y="2016831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Matplotlib &amp; Seaborn</a:t>
          </a:r>
        </a:p>
      </dsp:txBody>
      <dsp:txXfrm>
        <a:off x="3294524" y="2016831"/>
        <a:ext cx="1400976" cy="560390"/>
      </dsp:txXfrm>
    </dsp:sp>
    <dsp:sp modelId="{4DFCD203-5E83-4966-AF59-168FE255C1CC}">
      <dsp:nvSpPr>
        <dsp:cNvPr id="0" name=""/>
        <dsp:cNvSpPr/>
      </dsp:nvSpPr>
      <dsp:spPr>
        <a:xfrm>
          <a:off x="275419" y="2927466"/>
          <a:ext cx="854595" cy="85459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7153D-85FA-44AD-9721-27C8F1FD5AB9}">
      <dsp:nvSpPr>
        <dsp:cNvPr id="0" name=""/>
        <dsp:cNvSpPr/>
      </dsp:nvSpPr>
      <dsp:spPr>
        <a:xfrm>
          <a:off x="457546" y="3109593"/>
          <a:ext cx="490341" cy="4903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21338-29E5-46DC-915F-CAE7C163DEAE}">
      <dsp:nvSpPr>
        <dsp:cNvPr id="0" name=""/>
        <dsp:cNvSpPr/>
      </dsp:nvSpPr>
      <dsp:spPr>
        <a:xfrm>
          <a:off x="2229" y="404824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SHAP for explainability</a:t>
          </a:r>
        </a:p>
      </dsp:txBody>
      <dsp:txXfrm>
        <a:off x="2229" y="4048247"/>
        <a:ext cx="1400976" cy="560390"/>
      </dsp:txXfrm>
    </dsp:sp>
    <dsp:sp modelId="{AD3854CF-6DDA-4136-B71B-7BFFCFBF7A35}">
      <dsp:nvSpPr>
        <dsp:cNvPr id="0" name=""/>
        <dsp:cNvSpPr/>
      </dsp:nvSpPr>
      <dsp:spPr>
        <a:xfrm>
          <a:off x="1921567" y="2927466"/>
          <a:ext cx="854595" cy="85459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20E87-D63B-48C2-981A-B45B65B26766}">
      <dsp:nvSpPr>
        <dsp:cNvPr id="0" name=""/>
        <dsp:cNvSpPr/>
      </dsp:nvSpPr>
      <dsp:spPr>
        <a:xfrm>
          <a:off x="2103694" y="3109593"/>
          <a:ext cx="490341" cy="4903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67BCD-A361-4A12-B54F-0BA8C31E5D1B}">
      <dsp:nvSpPr>
        <dsp:cNvPr id="0" name=""/>
        <dsp:cNvSpPr/>
      </dsp:nvSpPr>
      <dsp:spPr>
        <a:xfrm>
          <a:off x="1648376" y="404824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Jira for project management</a:t>
          </a:r>
        </a:p>
      </dsp:txBody>
      <dsp:txXfrm>
        <a:off x="1648376" y="4048247"/>
        <a:ext cx="1400976" cy="560390"/>
      </dsp:txXfrm>
    </dsp:sp>
    <dsp:sp modelId="{EF85FD1A-7B49-4188-BFFB-B1B4B2492859}">
      <dsp:nvSpPr>
        <dsp:cNvPr id="0" name=""/>
        <dsp:cNvSpPr/>
      </dsp:nvSpPr>
      <dsp:spPr>
        <a:xfrm>
          <a:off x="3567714" y="2927466"/>
          <a:ext cx="854595" cy="85459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04F88-B570-4318-97C6-F90118E8FBDF}">
      <dsp:nvSpPr>
        <dsp:cNvPr id="0" name=""/>
        <dsp:cNvSpPr/>
      </dsp:nvSpPr>
      <dsp:spPr>
        <a:xfrm>
          <a:off x="3749841" y="3109593"/>
          <a:ext cx="490341" cy="4903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E88B0-301F-4ED6-AAA3-19A84C8E2A01}">
      <dsp:nvSpPr>
        <dsp:cNvPr id="0" name=""/>
        <dsp:cNvSpPr/>
      </dsp:nvSpPr>
      <dsp:spPr>
        <a:xfrm>
          <a:off x="3294524" y="4048247"/>
          <a:ext cx="1400976" cy="56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GitHub for version control</a:t>
          </a:r>
        </a:p>
      </dsp:txBody>
      <dsp:txXfrm>
        <a:off x="3294524" y="4048247"/>
        <a:ext cx="1400976" cy="5603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82414-D484-D244-A2BC-788A36A99674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A156E-A5AB-9548-BA63-193A8933E77A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Early identification of high‑risk patients</a:t>
          </a:r>
        </a:p>
      </dsp:txBody>
      <dsp:txXfrm>
        <a:off x="0" y="675"/>
        <a:ext cx="5175384" cy="1106957"/>
      </dsp:txXfrm>
    </dsp:sp>
    <dsp:sp modelId="{6234B661-5EA2-4949-8D6D-E4B8056D940F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08DED-3D43-4B4F-A5CE-AF959EB14F11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Improved clinical decision support</a:t>
          </a:r>
        </a:p>
      </dsp:txBody>
      <dsp:txXfrm>
        <a:off x="0" y="1107633"/>
        <a:ext cx="5175384" cy="1106957"/>
      </dsp:txXfrm>
    </dsp:sp>
    <dsp:sp modelId="{5F2330AB-00DB-9B4C-AB29-89784B5D2337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4977C-D38D-2E45-AD70-69AF9390578D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Better preventive healthcare planning</a:t>
          </a:r>
        </a:p>
      </dsp:txBody>
      <dsp:txXfrm>
        <a:off x="0" y="2214591"/>
        <a:ext cx="5175384" cy="1106957"/>
      </dsp:txXfrm>
    </dsp:sp>
    <dsp:sp modelId="{C5411AC6-7AF8-9243-8274-C6132D2D65ED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C112C-FE0D-CB40-B1DC-5FCCD2A53667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Reduced healthcare costs</a:t>
          </a:r>
        </a:p>
      </dsp:txBody>
      <dsp:txXfrm>
        <a:off x="0" y="3321549"/>
        <a:ext cx="5175384" cy="1106957"/>
      </dsp:txXfrm>
    </dsp:sp>
    <dsp:sp modelId="{6BC3D52C-8C4F-E74F-A3C8-0F758AE9B8EE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91E89-C88F-394B-B2E6-87A9FE939DF7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Insights into Alzheimer’s risk factors</a:t>
          </a:r>
        </a:p>
      </dsp:txBody>
      <dsp:txXfrm>
        <a:off x="0" y="4428507"/>
        <a:ext cx="5175384" cy="110695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6D094-939A-4634-87D9-E9CBCD517F8E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66A1B-2904-4C40-AF95-16421503B34F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 and machine learning can support early detection of Alzheimer’s Disease.</a:t>
          </a:r>
        </a:p>
      </dsp:txBody>
      <dsp:txXfrm>
        <a:off x="78583" y="2435142"/>
        <a:ext cx="2399612" cy="720000"/>
      </dsp:txXfrm>
    </dsp:sp>
    <dsp:sp modelId="{41166E2D-420C-420B-94E2-21956089DD60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7AF56-28B9-4359-BB4F-954B855309B4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Our system analyzes patient health data to predict risk and assist clinicians.</a:t>
          </a:r>
        </a:p>
      </dsp:txBody>
      <dsp:txXfrm>
        <a:off x="2898129" y="2435142"/>
        <a:ext cx="2399612" cy="720000"/>
      </dsp:txXfrm>
    </dsp:sp>
    <dsp:sp modelId="{6A08822D-3E10-4C9A-9F9B-51D08806A052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0D093-64AC-4D23-9910-6D9D16EBB512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Explainable AI ensures predictions are transparent and trustworthy.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hyperlink" Target="https://ompatel050702.atlassian.net/jira/software/projects/KAN/boards/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hyperlink" Target="https://github.com/ompatel3457-cell/global-aging-analysi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8BCE60-EB58-4019-B93A-1094BA89F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39C5D7-3A83-4B28-BA16-9364DA5F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039153" cy="6858000"/>
          </a:xfrm>
          <a:prstGeom prst="rect">
            <a:avLst/>
          </a:prstGeom>
          <a:ln>
            <a:noFill/>
          </a:ln>
          <a:effectLst>
            <a:outerShdw blurRad="635000" dist="254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0E4BDC5-1DF0-B758-02E4-0AA24AB72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087"/>
            <a:ext cx="4577778" cy="5125412"/>
          </a:xfrm>
          <a:prstGeom prst="rect">
            <a:avLst/>
          </a:prstGeom>
          <a:ln>
            <a:noFill/>
          </a:ln>
          <a:effectLst>
            <a:outerShdw blurRad="635000" dist="254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72" y="777240"/>
            <a:ext cx="3377012" cy="3792070"/>
          </a:xfrm>
        </p:spPr>
        <p:txBody>
          <a:bodyPr anchor="t">
            <a:normAutofit/>
          </a:bodyPr>
          <a:lstStyle/>
          <a:p>
            <a:pPr algn="l"/>
            <a:r>
              <a:rPr lang="en-CA" sz="3900"/>
              <a:t>AI‑Driven Early Detection and Risk Prediction System for Alzheimer’s Disease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454" y="5486395"/>
            <a:ext cx="3533285" cy="94390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2000"/>
              <a:t>Group 5 – Healthcare &amp; Medical Analytics Project Presentation</a:t>
            </a:r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6C0C76AE-0553-0C77-CB95-DA07EC3E7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57" r="3170"/>
          <a:stretch>
            <a:fillRect/>
          </a:stretch>
        </p:blipFill>
        <p:spPr>
          <a:xfrm>
            <a:off x="4577778" y="10"/>
            <a:ext cx="4039155" cy="6857990"/>
          </a:xfrm>
          <a:prstGeom prst="rect">
            <a:avLst/>
          </a:prstGeom>
        </p:spPr>
      </p:pic>
      <p:sp>
        <p:nvSpPr>
          <p:cNvPr id="15" name="tint">
            <a:extLst>
              <a:ext uri="{FF2B5EF4-FFF2-40B4-BE49-F238E27FC236}">
                <a16:creationId xmlns:a16="http://schemas.microsoft.com/office/drawing/2014/main" id="{49109861-B852-BC17-33D7-416D00A39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9220" y="0"/>
            <a:ext cx="522493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205740"/>
            <a:ext cx="2954766" cy="6448186"/>
          </a:xfrm>
        </p:spPr>
        <p:txBody>
          <a:bodyPr>
            <a:normAutofit/>
          </a:bodyPr>
          <a:lstStyle/>
          <a:p>
            <a:pPr algn="r"/>
            <a:r>
              <a:rPr lang="en-CA" sz="4900"/>
              <a:t>Problem Statement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D6513B8C-245C-C2EB-3C6E-D8AA87539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019040"/>
              </p:ext>
            </p:extLst>
          </p:nvPr>
        </p:nvGraphicFramePr>
        <p:xfrm>
          <a:off x="3777769" y="468630"/>
          <a:ext cx="4737582" cy="6191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B6BDA-3D03-C7DB-F8A2-5FBB115A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Industry Domain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FED7E51-5454-FBCC-27CD-70D49FF9F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2897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765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700"/>
              <a:t>Proposed AI Solution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B091BAB-717D-9802-B4C0-332A8B627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48152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C493-AA1D-ECDF-B4E8-C51CD328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Goal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EE15FD-5AE8-68B9-F958-EF994D9E01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547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E49F-9002-2E5B-6F7C-63CF01CA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A4FE0B-224F-0DBF-CCFE-FB41EFBCEC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72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64D5E1-27CF-35DA-6014-E9D47C92A8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700"/>
              <a:t>Machine Learning Models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E2C525-A2FC-B1A3-B5BF-C3ED3951A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51990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C202A-978C-79DB-ECF3-3391EF5C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CA" sz="4300"/>
              <a:t>Agile Project Management</a:t>
            </a:r>
            <a:endParaRPr lang="en-US" sz="430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A4AA0-30E6-F355-FC0C-4496B9D2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CA" sz="1900"/>
              <a:t>Project managed using Jira Agile board.</a:t>
            </a:r>
          </a:p>
          <a:p>
            <a:endParaRPr lang="en-CA" sz="1900"/>
          </a:p>
          <a:p>
            <a:r>
              <a:rPr lang="en-CA" sz="1900"/>
              <a:t>Workflow Columns:</a:t>
            </a:r>
          </a:p>
          <a:p>
            <a:r>
              <a:rPr lang="en-CA" sz="1900"/>
              <a:t>Backlog → To Do → In Progress → Code Review → Done</a:t>
            </a:r>
          </a:p>
          <a:p>
            <a:endParaRPr lang="en-CA" sz="1900"/>
          </a:p>
          <a:p>
            <a:r>
              <a:rPr lang="en-CA" sz="1900"/>
              <a:t>One Epic, Five User Stories, Multiple Tasks.</a:t>
            </a:r>
          </a:p>
          <a:p>
            <a:endParaRPr lang="en-US" sz="1900"/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A9A478EE-D7D9-9529-53C2-16B527C3D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1" r="33543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0575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510" y="556995"/>
            <a:ext cx="672084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 Flow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01168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56616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12064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7512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22960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78408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extBox 15">
            <a:extLst>
              <a:ext uri="{FF2B5EF4-FFF2-40B4-BE49-F238E27FC236}">
                <a16:creationId xmlns:a16="http://schemas.microsoft.com/office/drawing/2014/main" id="{5D949542-C24D-6BC1-56F5-D4B15857E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831906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Machine Learning Workflow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01168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56616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12064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7512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22960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784080" y="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extBox 15">
            <a:extLst>
              <a:ext uri="{FF2B5EF4-FFF2-40B4-BE49-F238E27FC236}">
                <a16:creationId xmlns:a16="http://schemas.microsoft.com/office/drawing/2014/main" id="{25812B49-778D-4402-894E-91CD46FFA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06493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9C83B4-CCB6-412E-B7FF-BA0CF31B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A989C-D286-48D4-B3F1-84F3CBF09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541007"/>
            <a:ext cx="2551176" cy="3775985"/>
          </a:xfrm>
        </p:spPr>
        <p:txBody>
          <a:bodyPr>
            <a:normAutofit/>
          </a:bodyPr>
          <a:lstStyle/>
          <a:p>
            <a:r>
              <a:rPr lang="en-CA" sz="3500">
                <a:solidFill>
                  <a:schemeClr val="tx2"/>
                </a:solidFill>
              </a:rPr>
              <a:t>Model Evaluation Metrics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925B56-689F-4DFB-8FD0-9BB9D8DE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84620" cy="238584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233DCD-C902-4E2F-ABB5-F2498FBB5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25B7C80-EAF5-443A-8461-946150B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8CD3602-8169-45DE-B122-457CF0F10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3D416A-6D94-4560-9975-67C1FD20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E5FDC-1EEC-4871-BD9E-EF321D5F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89990" y="4487852"/>
            <a:ext cx="2060515" cy="2375262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DE1D26D-7254-43D9-9405-A77E6678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8F69F4-6E29-4950-A92E-ADD768EC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A0AEE0D-D2B5-4616-8383-D61A58F0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EA69949-F890-4A2C-84CB-7F0EAF6BD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C1988C-231C-1F89-96FE-16CDF0556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249653"/>
              </p:ext>
            </p:extLst>
          </p:nvPr>
        </p:nvGraphicFramePr>
        <p:xfrm>
          <a:off x="4231210" y="955653"/>
          <a:ext cx="4310314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CA" sz="3500"/>
              <a:t>Tools &amp;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00CB53-0427-373D-27BD-E822D0CAE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43651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700"/>
              <a:t>Expected Impact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F87223-D1BD-ED6B-8BB3-132F7ACA4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49432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9B70-8DE2-F313-049F-1A545BE6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CA" sz="3850" b="1"/>
              <a:t>Project Resources &amp;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0F79-3E25-439E-F755-1941193A8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CA" sz="1600" b="1"/>
              <a:t>Jira Project Board (Agile Management)</a:t>
            </a:r>
            <a:br>
              <a:rPr lang="en-CA" sz="1600"/>
            </a:br>
            <a:r>
              <a:rPr lang="en-CA" sz="1600"/>
              <a:t>Project planning, task tracking, and workflow management</a:t>
            </a:r>
            <a:br>
              <a:rPr lang="en-CA" sz="1600"/>
            </a:br>
            <a:r>
              <a:rPr lang="en-CA" sz="1600">
                <a:hlinkClick r:id="rId2"/>
              </a:rPr>
              <a:t>https://ompatel050702.atlassian.net/jira/software/projects/KAN/boards/2</a:t>
            </a:r>
            <a:endParaRPr lang="en-CA" sz="1600"/>
          </a:p>
          <a:p>
            <a:pPr>
              <a:lnSpc>
                <a:spcPct val="90000"/>
              </a:lnSpc>
            </a:pPr>
            <a:r>
              <a:rPr lang="en-CA" sz="1600" b="1"/>
              <a:t>Dataset Source</a:t>
            </a:r>
            <a:br>
              <a:rPr lang="en-CA" sz="1600"/>
            </a:br>
            <a:r>
              <a:rPr lang="en-CA" sz="1600"/>
              <a:t>Kaggle – Alzheimer’s Disease Dataset used for machine learning model training</a:t>
            </a:r>
            <a:br>
              <a:rPr lang="en-CA" sz="1600"/>
            </a:br>
            <a:r>
              <a:rPr lang="en-CA" sz="1600">
                <a:hlinkClick r:id="rId3"/>
              </a:rPr>
              <a:t>https://www.kaggle.com</a:t>
            </a:r>
            <a:endParaRPr lang="en-CA" sz="1600"/>
          </a:p>
          <a:p>
            <a:pPr>
              <a:lnSpc>
                <a:spcPct val="90000"/>
              </a:lnSpc>
            </a:pPr>
            <a:r>
              <a:rPr lang="en-CA" sz="1600" b="1"/>
              <a:t>GitHub Repository</a:t>
            </a:r>
            <a:br>
              <a:rPr lang="en-CA" sz="1600"/>
            </a:br>
            <a:r>
              <a:rPr lang="en-CA" sz="1600"/>
              <a:t>GitHub – Project code, documentation, and version control</a:t>
            </a:r>
            <a:br>
              <a:rPr lang="en-CA" sz="1600"/>
            </a:br>
            <a:r>
              <a:rPr lang="en-CA" sz="1600">
                <a:hlinkClick r:id="rId4"/>
              </a:rPr>
              <a:t>https://github.com/ompatel3457-cell/global-aging-analysis</a:t>
            </a:r>
            <a:endParaRPr lang="en-CA" sz="1600"/>
          </a:p>
          <a:p>
            <a:pPr marL="0" indent="0">
              <a:lnSpc>
                <a:spcPct val="90000"/>
              </a:lnSpc>
              <a:buNone/>
            </a:pP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AC7408CC-416C-4AEA-D49A-62DB490F3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3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A090AB-CCE3-21DA-0E80-02B1A31DC5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0137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B02-B995-B4C5-BCA6-2B6AAE1AA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1211581"/>
            <a:ext cx="3485179" cy="433197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/>
              <a:t>THANK YOU</a:t>
            </a:r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5C04EAEC-2EC6-E45B-4FE3-FC639584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20" r="2142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8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532</Words>
  <Application>Microsoft Macintosh PowerPoint</Application>
  <PresentationFormat>On-screen Show (4:3)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AI‑Driven Early Detection and Risk Prediction System for Alzheimer’s Disease</vt:lpstr>
      <vt:lpstr>Problem Statement</vt:lpstr>
      <vt:lpstr>Industry Domain</vt:lpstr>
      <vt:lpstr>Proposed AI Solution</vt:lpstr>
      <vt:lpstr>Project Goal</vt:lpstr>
      <vt:lpstr>Project Objective</vt:lpstr>
      <vt:lpstr>Dataset</vt:lpstr>
      <vt:lpstr>Machine Learning Models</vt:lpstr>
      <vt:lpstr>Agile Project Management</vt:lpstr>
      <vt:lpstr>System Architecture Flow</vt:lpstr>
      <vt:lpstr>Machine Learning Workflow</vt:lpstr>
      <vt:lpstr>Model Evaluation Metrics</vt:lpstr>
      <vt:lpstr>Tools &amp; Technologies</vt:lpstr>
      <vt:lpstr>Expected Impact</vt:lpstr>
      <vt:lpstr>Project Resources &amp; Links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Kirti Sharma</cp:lastModifiedBy>
  <cp:revision>3</cp:revision>
  <dcterms:created xsi:type="dcterms:W3CDTF">2013-01-27T09:14:16Z</dcterms:created>
  <dcterms:modified xsi:type="dcterms:W3CDTF">2026-03-11T22:56:53Z</dcterms:modified>
  <cp:category/>
</cp:coreProperties>
</file>